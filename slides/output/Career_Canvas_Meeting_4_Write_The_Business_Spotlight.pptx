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d25ef047ba4c11" /><Relationship Type="http://schemas.openxmlformats.org/officeDocument/2006/relationships/extended-properties" Target="/docProps/app.xml" Id="R728aa8e79ebd4946" /><Relationship Type="http://schemas.openxmlformats.org/officeDocument/2006/relationships/officeDocument" Target="/ppt/presentation.xml" Id="R1303204770ba48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cf77775ef94149"/>
  </p:sldMasterIdLst>
  <p:notesMasterIdLst>
    <p:notesMasterId xmlns:r="http://schemas.openxmlformats.org/officeDocument/2006/relationships" r:id="R0d5ffcbe27fb47eb"/>
  </p:notesMasterIdLst>
  <p:sldIdLst>
    <p:sldId xmlns:r="http://schemas.openxmlformats.org/officeDocument/2006/relationships" id="256" r:id="R854c82beca31437b"/>
    <p:sldId xmlns:r="http://schemas.openxmlformats.org/officeDocument/2006/relationships" id="257" r:id="Rf393db2ee45849ab"/>
    <p:sldId xmlns:r="http://schemas.openxmlformats.org/officeDocument/2006/relationships" id="258" r:id="Ra28f9b2a4a564376"/>
    <p:sldId xmlns:r="http://schemas.openxmlformats.org/officeDocument/2006/relationships" id="259" r:id="Rd525c73e49ca4985"/>
    <p:sldId xmlns:r="http://schemas.openxmlformats.org/officeDocument/2006/relationships" id="260" r:id="R5c1d6e697da94750"/>
    <p:sldId xmlns:r="http://schemas.openxmlformats.org/officeDocument/2006/relationships" id="261" r:id="Re873de73fa544dff"/>
    <p:sldId xmlns:r="http://schemas.openxmlformats.org/officeDocument/2006/relationships" id="262" r:id="R377c1f021bda4985"/>
    <p:sldId xmlns:r="http://schemas.openxmlformats.org/officeDocument/2006/relationships" id="263" r:id="R6258a0cdfd154326"/>
    <p:sldId xmlns:r="http://schemas.openxmlformats.org/officeDocument/2006/relationships" id="264" r:id="R7e83ab4afd574f72"/>
    <p:sldId xmlns:r="http://schemas.openxmlformats.org/officeDocument/2006/relationships" id="265" r:id="R21b4461395534687"/>
    <p:sldId xmlns:r="http://schemas.openxmlformats.org/officeDocument/2006/relationships" id="266" r:id="R48d910943af14d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e6162609bc4131" /><Relationship Type="http://schemas.openxmlformats.org/officeDocument/2006/relationships/slideMaster" Target="/ppt/slideMasters/slideMaster1.xml" Id="R17cf77775ef94149" /><Relationship Type="http://schemas.openxmlformats.org/officeDocument/2006/relationships/notesMaster" Target="/ppt/notesMasters/notesMaster1.xml" Id="R0d5ffcbe27fb47eb" /><Relationship Type="http://schemas.openxmlformats.org/officeDocument/2006/relationships/presProps" Target="/ppt/presProps.xml" Id="Rddbef528f7ee4023" /><Relationship Type="http://schemas.openxmlformats.org/officeDocument/2006/relationships/tableStyles" Target="/ppt/tableStyles.xml" Id="Ra8bfe798908c434a" /><Relationship Type="http://schemas.openxmlformats.org/officeDocument/2006/relationships/slide" Target="/ppt/slides/slide1.xml" Id="R854c82beca31437b" /><Relationship Type="http://schemas.openxmlformats.org/officeDocument/2006/relationships/slide" Target="/ppt/slides/slide2.xml" Id="Rf393db2ee45849ab" /><Relationship Type="http://schemas.openxmlformats.org/officeDocument/2006/relationships/slide" Target="/ppt/slides/slide3.xml" Id="Ra28f9b2a4a564376" /><Relationship Type="http://schemas.openxmlformats.org/officeDocument/2006/relationships/slide" Target="/ppt/slides/slide4.xml" Id="Rd525c73e49ca4985" /><Relationship Type="http://schemas.openxmlformats.org/officeDocument/2006/relationships/slide" Target="/ppt/slides/slide5.xml" Id="R5c1d6e697da94750" /><Relationship Type="http://schemas.openxmlformats.org/officeDocument/2006/relationships/slide" Target="/ppt/slides/slide6.xml" Id="Re873de73fa544dff" /><Relationship Type="http://schemas.openxmlformats.org/officeDocument/2006/relationships/slide" Target="/ppt/slides/slide7.xml" Id="R377c1f021bda4985" /><Relationship Type="http://schemas.openxmlformats.org/officeDocument/2006/relationships/slide" Target="/ppt/slides/slide8.xml" Id="R6258a0cdfd154326" /><Relationship Type="http://schemas.openxmlformats.org/officeDocument/2006/relationships/slide" Target="/ppt/slides/slide9.xml" Id="R7e83ab4afd574f72" /><Relationship Type="http://schemas.openxmlformats.org/officeDocument/2006/relationships/slide" Target="/ppt/slides/slide10.xml" Id="R21b4461395534687" /><Relationship Type="http://schemas.openxmlformats.org/officeDocument/2006/relationships/slide" Target="/ppt/slides/slide11.xml" Id="R48d910943af14d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cd57e0158747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d042f565594d1d" /><Relationship Type="http://schemas.openxmlformats.org/officeDocument/2006/relationships/notesMaster" Target="/ppt/notesMasters/notesMaster1.xml" Id="Rf2876d35e26544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94fc4acaff4309" /><Relationship Type="http://schemas.openxmlformats.org/officeDocument/2006/relationships/notesMaster" Target="/ppt/notesMasters/notesMaster1.xml" Id="R93d75a98f14640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1f75157ae84486" /><Relationship Type="http://schemas.openxmlformats.org/officeDocument/2006/relationships/notesMaster" Target="/ppt/notesMasters/notesMaster1.xml" Id="R0cbe938917a843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1184cf9f2748f8" /><Relationship Type="http://schemas.openxmlformats.org/officeDocument/2006/relationships/notesMaster" Target="/ppt/notesMasters/notesMaster1.xml" Id="Ra61e49cba22341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fa59da41a24f45" /><Relationship Type="http://schemas.openxmlformats.org/officeDocument/2006/relationships/notesMaster" Target="/ppt/notesMasters/notesMaster1.xml" Id="Rf5791d6c891b42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3c756fe5ac47e2" /><Relationship Type="http://schemas.openxmlformats.org/officeDocument/2006/relationships/notesMaster" Target="/ppt/notesMasters/notesMaster1.xml" Id="R6d06150fde624d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df65f13ffe4121" /><Relationship Type="http://schemas.openxmlformats.org/officeDocument/2006/relationships/notesMaster" Target="/ppt/notesMasters/notesMaster1.xml" Id="R7e421bd1bb6548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447f8083fa48fd" /><Relationship Type="http://schemas.openxmlformats.org/officeDocument/2006/relationships/notesMaster" Target="/ppt/notesMasters/notesMaster1.xml" Id="Rd5111a1ff4dd45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67b84b533948ca" /><Relationship Type="http://schemas.openxmlformats.org/officeDocument/2006/relationships/notesMaster" Target="/ppt/notesMasters/notesMaster1.xml" Id="Re38bb9bebb1e42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40c081a362458c" /><Relationship Type="http://schemas.openxmlformats.org/officeDocument/2006/relationships/notesMaster" Target="/ppt/notesMasters/notesMaster1.xml" Id="R56f4baf1334742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ec0a48d4974f7b" /><Relationship Type="http://schemas.openxmlformats.org/officeDocument/2006/relationships/notesMaster" Target="/ppt/notesMasters/notesMaster1.xml" Id="R7d596089c5ca45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reading two sentences about the same business: one that only describes, one that makes a claim. Take a show of hands on which is worth reading, then start Round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minutes. Investopedia describes a business plan as a strategic roadmap with an executive summary, market analysis, marketing strategy, and financial projections. Students are writing a much shorter version about someone else's business.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https://www.investopedia.com/terms/b/business-plan.asp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3 minutes to write, 3 to cut. Read two or three claims aloud and ask the room to argue with them. A claim nobody can argue with goes back for a rewrite.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https://www.investopedia.com/terms/b/business-plan.asp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count in step 3 is the real diagnostic. Students with one supporting finding need a smaller claim, not more adjectives.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round is where most of the lesson lands. Do not let students skip to polishing sentences before they have done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bakery example is a differential advantage in Investopedia's terms: something hard for a rival to copy quickly. Read the four sentences aloud as one paragraph first so students hear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https://www.investopedia.com/terms/c/competitive_advantage.asp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two or three so-what sentences aloud before the build starts. It sets the bar better than any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at which round produced which section. Students usually realize they have already written five of the eight.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https://www.investopedia.com/terms/b/business-plan.asp</a:t>
            </a:r>
          </a:p>
          <a:p xmlns:a="http://schemas.openxmlformats.org/drawingml/2006/main">
            <a:r>
              <a:t>- https://www.investopedia.com/terms/b/businessmodel.asp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Feedback should target unsupported claims and missing analysis, not grammar.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Anyone who cannot say the claim in one sentence has written a summary, not a paper. Flag it in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https://www.investopedia.com/terms/b/business-plan.asp</a:t>
            </a:r>
          </a:p>
          <a:p xmlns:a="http://schemas.openxmlformats.org/drawingml/2006/main">
            <a:r>
              <a:t>- https://www.investopedia.com/terms/b/businessmodel.asp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  <a:p xmlns:a="http://schemas.openxmlformats.org/drawingml/2006/main">
            <a:r>
              <a:t>- https://www.investopedia.com/terms/c/competitive_advantage.asp</a:t>
            </a:r>
          </a:p>
          <a:p xmlns:a="http://schemas.openxmlformats.org/drawingml/2006/main">
            <a:r>
              <a:t>- https://www.investopedia.com/terms/m/market-research.asp</a:t>
            </a:r>
          </a:p>
          <a:p xmlns:a="http://schemas.openxmlformats.org/drawingml/2006/main">
            <a:r>
              <a:t>- https://www.investopedia.com/terms/v/valueproposition.asp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8aab1d562745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fd9538977d4fa0" /><Relationship Type="http://schemas.openxmlformats.org/officeDocument/2006/relationships/slideLayout" Target="/ppt/slideLayouts/slideLayout1.xml" Id="R913787c883fb47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3787c883fb47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f49def2174131" /><Relationship Type="http://schemas.openxmlformats.org/officeDocument/2006/relationships/notesSlide" Target="/ppt/notesSlides/notesSlide1.xml" Id="R09e3a47f97ea44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8317a820e4e0f" /><Relationship Type="http://schemas.openxmlformats.org/officeDocument/2006/relationships/notesSlide" Target="/ppt/notesSlides/notesSlide2.xml" Id="R35e235b5b49947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3ccf2a9b545a4" /><Relationship Type="http://schemas.openxmlformats.org/officeDocument/2006/relationships/notesSlide" Target="/ppt/notesSlides/notesSlide3.xml" Id="Rbf95413206f646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06aae05934e4d" /><Relationship Type="http://schemas.openxmlformats.org/officeDocument/2006/relationships/notesSlide" Target="/ppt/notesSlides/notesSlide4.xml" Id="Rdfeff56a30fe4e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36e9c8eb14a3d" /><Relationship Type="http://schemas.openxmlformats.org/officeDocument/2006/relationships/notesSlide" Target="/ppt/notesSlides/notesSlide5.xml" Id="R1274f9ef3c9846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52b31cbaa4418" /><Relationship Type="http://schemas.openxmlformats.org/officeDocument/2006/relationships/notesSlide" Target="/ppt/notesSlides/notesSlide6.xml" Id="Rf94e299b82cd4b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0f75d9490429a" /><Relationship Type="http://schemas.openxmlformats.org/officeDocument/2006/relationships/notesSlide" Target="/ppt/notesSlides/notesSlide7.xml" Id="R2df2c4c53b0747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fcd4775324c22" /><Relationship Type="http://schemas.openxmlformats.org/officeDocument/2006/relationships/notesSlide" Target="/ppt/notesSlides/notesSlide8.xml" Id="Rb519f848991447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33771a4be4d20" /><Relationship Type="http://schemas.openxmlformats.org/officeDocument/2006/relationships/notesSlide" Target="/ppt/notesSlides/notesSlide9.xml" Id="Rf1b6beca7aa64b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79a9b7b644a67" /><Relationship Type="http://schemas.openxmlformats.org/officeDocument/2006/relationships/notesSlide" Target="/ppt/notesSlides/notesSlide10.xml" Id="R18498cbc90094e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dc2838c5244e2" /><Relationship Type="http://schemas.openxmlformats.org/officeDocument/2006/relationships/notesSlide" Target="/ppt/notesSlides/notesSlide11.xml" Id="R224ffc3d896c48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6051A-A50B-40E9-B18A-87CA7285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164A6-5F0D-4A67-9FBF-C8E5EC5E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4381500" cy="45720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C8909-EED9-46EC-94B3-74533F36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002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MEETING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C3AB8-D31A-401F-82F9-1B892B3B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6576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the</a:t>
            </a:r>
          </a:p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business spotlight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ECA54-7968-4E0E-B392-9F4E19DC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0154F-496B-43A0-B543-CAD8D33D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B2A58-D9D2-4F0A-9DCA-EF9CD446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the</a:t>
            </a:r>
          </a:p>
          <a:p xmlns:a="http://schemas.openxmlformats.org/drawingml/2006/main">
            <a:pPr algn="l">
              <a:defRPr sz="33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spotlight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A50B2-8035-46D3-A6B5-7F410B56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Five writing rounds that assemble into the one-page paper before you leave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CC33A-45C7-4980-BF83-6C697E24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Meeting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5DB56-E1D8-472B-91FA-3A3EDD8F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1050302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A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F3C190-027F-497F-AFA0-961ADEE2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54229-38BE-4D45-9ECF-D518DCD8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paper is one claim, held up by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34D23B-918C-4CFA-A0D9-D1F505BA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FB1EF-2F53-4C13-BC01-365E2EFC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page, one business, one thing you are actually arguing. Everything else is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10524-CC60-41B8-B30D-FF29B248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D0BFA-0C7D-463D-87E5-F301E9CC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A business plan does the same job for a company: goals, market, strategy, and the numbers behind them.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38F1F-A579-4278-A82F-49DA6796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B22D7-C807-44D8-909D-83A37C1D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Source: Investopedia, Business 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47AED-31A3-4664-9F5C-DBDF5C12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699344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CE53F9-25AA-4284-84C7-365A127E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80315-958E-47E1-83A8-5985C02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OF 5 · CLAIM SPRINT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35807-F1FC-48EA-88AC-DEA02D30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5F3CF-D46C-4DA2-8F52-7863F179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AC984-75C8-47B8-BA2B-0CBF69B0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three claims. Keep one.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82CE1-433C-4814-A425-C2B5ACD2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37ABA-9F29-4C54-BD4C-6FC7D385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89FED-B69E-4A4F-AEFB-64BE0117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Look only at your findings log. Write three sentences that could be true about this business.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0D7724-18C1-4250-AF88-9FC064BB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96767-3B70-4D5C-9F55-136DD83E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6A7BD4-3FC1-4F6D-8F74-34B5170E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Cross out any that are just descriptions. A claim can be argued with.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D86507-31C3-4097-BCB0-334434A1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AE3F58-57F0-4435-9026-FAA9FCDC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ECE164-D002-4343-A5CD-E4566A0D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Circle the one you have the most evidence for, not the one you like most.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61DF5-0DD3-4ACB-8C80-EE403B8E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9FD0C-861A-43A7-8E74-D231F7BB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If nobody could disagree with your sentence, it is a fact, not a claim.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442FE3-3A78-43C8-8B9A-D222274C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32DD00-1138-48C7-A482-6F3E45FC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FFD81-7701-41C1-A828-7F3CB56D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claim your paper will defend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B2014A-1808-4152-9E56-B9ACEE13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Everything you write for the rest of the meeting hangs off this sentence.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ABAE30-CCA1-4B14-B541-FFA74EE2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73420B-BEF7-42AB-B049-47FD8106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Business Plan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E6F41E-42AC-4429-9C93-7B986A92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361724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8D1C6-3A36-4C9D-A94A-5CBA489B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D33F1-F6FB-4F84-A454-1F48EA63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2 OF 5 · EVIDENCE MATCH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0251E-54A4-482A-8FDA-30869017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995DA-1456-4882-B8D8-C7B3C7DE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8FC4D-611D-4D62-AB2B-27D1B5C0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Sort your findings under the claim and find the orphans.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3B126-30A6-4A4A-A548-766A221D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67B21E-09A5-49AD-A495-BCAE0257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51551-E281-42C1-A05A-CBA5DFDE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List every finding that supports the claim directly underneath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1EFC42-0DE3-4021-80F4-0EF6EBB6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0AD1F-6901-49B8-9BC1-C2846FC7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01E78-25B8-46BC-BFDA-AD8EA227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Put the rest in a second pile labelled interesting but unused.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E9507-4199-4CAB-B247-FB9AC687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98178-9320-4FC6-9B28-ABEBA291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6BFAE3-CDAC-4475-95B4-CE3E5C4B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Count the first pile. Fewer than three means the claim is too big or the research is thin.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B7652-1862-4B31-9AE9-EC11171D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1E67D0-DB85-49A3-A15A-5D933E87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Evidence that does not support the claim it sits under is still the wrong evidence. (Purdue OWL)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EAA77-7AB6-4501-BB80-AA5517B0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39DB2-74A8-4096-B258-C27FE46B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A8B2D-AC93-4C65-BBE3-C6C45966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claim with its evidence stacked under 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DA9F8E-1086-491B-BD14-342EC75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The unused pile is not wasted. Most of it belongs in another section.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00CE8A-F99A-4555-9C1E-933A3183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869E8E-AA09-4B8A-BA6A-8E530227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626305-2C71-4486-958A-E0D2581E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901138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9927DC-27B4-455D-B1EB-4B1CAFA0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02CA2-839B-4B6B-8937-5CDA03B6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OF 5 · WEAK-SENTENCE HUNT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11D81-2223-4256-8B78-BE30C237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EE767-780D-4C7D-88BD-7F012FA5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FD0B1-FD8A-48F9-B293-D4D086E3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Underline every sentence you cannot back up.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6CBFE-35D0-4277-8031-DFFCF21F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E18D9-A19B-42AB-802E-00D55324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54D94-CE80-4D17-AAEC-2C77679C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Go through your notes and underline anything using best, popular, or high quality.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0663CB-4C29-4CB8-A767-62699453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24A12-5E37-4733-B9EE-E6421407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0EE4-A6B2-4443-837F-06715699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Underline anything with no source next to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41CE7-CF26-4A1B-A55C-F1309E4F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47F0E-1DEE-494E-9970-38004F91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2007E-A311-4034-B4EA-1550334C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Fix three of them. Cut any you cannot fix.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11A50-F430-4AA9-9F90-589E126D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D3C3D-64C1-4A0A-9963-5FB79989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claim a reader cannot check does not count, in your writing or anyone else's. (Purdue OWL)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5E9019-271F-4B76-B75C-3A694010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3FEFF-E5B1-4073-94DF-688BC28A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30976F-396B-403E-9DAA-349AB292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rewritten sentences and a shorter draft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2220F-86E8-4BC6-989A-0BA8B915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Cutting is progress here. A shorter honest page beats a full page of adjectives.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D77B7-B1AD-4DA6-B5D9-70F0C6D6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B97B14-832A-4257-A088-03C8A0CD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7CF53A-A5A9-4577-9799-209E8064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946238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328F2E-932E-456A-8CAE-16B89349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07A1F5-68A4-4CED-86ED-07855F0C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4 OF 5 · PARAGRAPH 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47D90-10EC-47E6-A3EF-C39EDDCE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7627A-B2AA-4DD3-B895-289F9495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B0B6D-AFD0-4C23-8B2D-66E68B4F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four sentences in this exact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F714E-83CE-4714-BB84-443489FB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D3514-10E1-4A51-9A16-93B56373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ACCA7F-5410-40F1-965A-9DB3A00A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Claim: this bakery competes on being walkable, not cheap.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6C57E-F3E9-4391-9A8B-7FD4256E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76DA6B-D943-48F4-9051-C92DD087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B7E4C-EC9B-4F0B-ADF0-74051075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Evidence and source: its two nearest competitors are over a mile away, checked on their own sites in September 2026.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BE76D-3DB2-456A-AC5A-C48E928E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1AEF5-393C-48CE-B7F5-E14BD1B6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0F9A97-C286-4B1B-B9C9-FB0DFEC1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Analysis: location is its edge, and a new shop nearby would erase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F7133-33E8-424E-B9C2-BFE42630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5BDD4-8A2C-4BC0-BF39-CE0B7215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048CD-1972-403A-B627-462E1D9C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386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Now write your own four, about your business, on any section you like.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F2895F-CAF5-44C9-A3DB-304E9868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ABACAB-EF5C-4AA4-8C7F-31F63865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Claim, evidence, source, analysis. Read together it is ordinary prose, not a form.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B8DB73-19AF-4C83-B320-D3F94CB9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9751B-AB0B-44B1-9800-47188F96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54F883-0668-46BC-8788-59270095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finished paragraph of your paper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3A3E51-EFDA-4696-811B-4B02831E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Copy this shape for every section. It is the whole writing technique.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53590B-4B2C-4F38-84D8-652D9E24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F28989-C97D-4335-83F0-937784C4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Sources: Investopedia, Competitive Advantage; Purdue OWL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1221E4-B285-45E3-8452-D14A6A09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804365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F3487F-4091-408C-90EE-B38CCF50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1A409-8085-43B8-B0C6-CC2E9C7F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5 OF 5 · SO WHAT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51BE3-2978-4EB9-B619-3A4F36E0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9C18B-BFDD-4E21-A2A2-3BBFF91E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4CE36-111D-43B8-BC40-575BEA25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the sentence only you could write.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7C068-B0CD-4F40-9A7B-E3096F4D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95918-0606-4B8F-9B8A-6BD21EC4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BA923-8469-48A2-9BDD-C5E37A5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Take one finding. Write what it implies, not what it says.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63EFB-861D-4CAC-A2B5-007DB2EA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0EFE7-56EA-47E1-9F9F-94BD2753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55ADB-74D6-49C4-8087-410E2E56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Then write what would have to change for you to be wrong.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C4F45-158F-4BF4-9EF4-96CE5E0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F58EDB-3A95-4CEE-BD1D-0BAC8DBB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313954-B81E-4F28-A0EE-8E96E73A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No new facts allowed. This is analysis, not more research.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125063-12D6-4FC1-AF00-941E8560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A979AA-BC5E-4585-9337-0D47E60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Analysis is the part a judge, a teacher, or the business owner will actually respond 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B2FAA6-B488-4ABA-860D-AA91B5DA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44E68A-0207-4B8D-AC67-9BEBF700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160CCC-8F2A-45C1-B5F6-61358072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opportunity-or-challenge paragraph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D48078-0F85-4997-8662-7541A7B6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If anyone in the room could have written your sentence, rewrite 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751BE-71C8-43E8-A1EE-28A548ED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D1C4E9-C72A-49B5-9D12-4D32BEA2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691E9B-8CBE-464F-820F-996F12EB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970925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56C2AF-F74F-49A9-8E56-D7F6C158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THE EIGHT SECTIONS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C7ED3-99F2-4AF3-8C84-D3876099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Your page is done when all eight are filled.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EF9A7-2E14-4245-850F-C347AA2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Assemble what the five rounds produced. Most of these are already written.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D11CB-62DA-4F3F-8E39-0D2376C1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A8710-16C0-44B1-9BE9-613E585F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F19CE-B2BB-4EC1-B59C-191EE8C9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Business overview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C0002-A0D2-4BA9-B8C7-AB3AF2A2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E8745-C438-48D1-8648-D84B39F7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5E1013-821B-438A-BA83-8E673BEC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384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Target customer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5C8C3-3E11-48A4-9FAD-2AFF2FB7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F76BF-C369-420E-999D-11F9E385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755FD-D553-4CA0-97FA-552C7A92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814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Customer need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5DE483-04A6-444B-B363-38B263BF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EF5F6C-04A5-42B3-9354-D36E475F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101E6-F1CD-4300-BDB8-4FEE48EB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243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Products or services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CD05C7-7D03-46F8-BC8E-FD604CD6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145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42F81-D4A2-4013-A956-70FDAA7E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526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DDEEF5-81AF-47A0-8B82-688B88D5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Marketing approach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D799C-6340-48C7-A59E-9448F8DE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109A9D-B70A-40ED-817E-038A9D26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95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382401-FEAA-442F-8898-886FE63A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384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Competitors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BA346-A49B-43C5-86A0-D271F6A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17A345-7032-482E-994B-A612FE7A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B7FC51-2466-460D-8656-9EED3ABF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One opportunity or challenge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900BC-02C3-41F2-9FCF-40A6CC2C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43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1FD05B-4546-42D1-9F8F-7E9F99A4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815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F60253-3A43-418B-B203-9F435317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24350"/>
            <a:ext cx="409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Sources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8F7342-B016-41DD-85FC-AA3B9903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5E45FF-C91A-49DE-8114-15921901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674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Every section except the overview needs at least one thing you learned from a source, not from the storefront.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4BB08E-304E-4F67-A71D-7BB1AAD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C5E412-0B57-4CD1-A5A3-AE937BA7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Sources: Investopedia, Business Plan and Business Model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5094A1-73F9-4FC3-9141-B7E36D16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339168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24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FF0D6-9ABE-497F-93F1-3101FCA9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FF8EB-F652-425C-95D2-357C9BAE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Assemble the page and submit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BD46C-D20C-4E84-BC35-670D65FF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03513-4A85-415F-8AC9-E2702DBC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20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25225-AA95-4CA5-AC6C-F97449C9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F9B10-59EE-4D8A-8E00-FE056DC9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Drop your round outputs into the eight sections.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41D22-B9BB-4531-A823-B6DEEF79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4FF5E-09B9-46CD-B669-F0675813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Fill the gaps without stopping to polish.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699BF0-02A2-45E5-9C46-D88FA8AD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405E1-2612-47A1-950A-A04AA2E1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Run the weak-sentence hunt one more time on the whole page.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75FE7A-6B22-4B02-A816-34082344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901F3-F2EB-4AE4-870F-3837B7A9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Add your sources list with links and dates.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08A07-1886-4878-AC7A-95C912EF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064570-1BDB-4DB8-B552-9BB46FEC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BF42E-2BF5-46E9-808F-B19FC60D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One-page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spotlight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CAAB8C-FB06-4CDB-B809-D25A7695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Submitted for feedback before you leave.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BDB92-B432-4074-8605-0D397D4B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3E4550-EF78-4DE5-A6F2-24974DE0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Career Canvas Meeting 4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A201A-A7C1-46B8-B74F-950C0132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332843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906E1-C6F3-4A40-BD3B-D518164C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F7EF5-41AE-44B6-85A4-6A449210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Say your claim out loud in one sentence.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64B75-D679-456A-BDB4-C5C1A86F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BE890-6F6B-409E-90A1-A71DFE95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D4F1D-6B81-445E-93A6-33BA03A3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is your paper's one claim?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C5005-2FAA-4104-8AB1-830B7812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section was hardest to source?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7CA49-5D77-4101-94B9-9816E09B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did you cut?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C74DA-DBA3-41FF-A678-7D88CF9A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5962F-B469-47A8-89F7-6AA8C9F6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8CC18-125A-43A0-B763-F2F8B1B6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Create for a real audience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D576E-D0FD-40D1-B2A8-662EF0D2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Take the customer you just described and build an advertisement aimed at that exact person.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F3B9FF-62C9-4903-9C51-C8491B34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D1B7F-8ADC-46C4-9508-F7BF8C71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Meeting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2816C-BDC5-4E6A-BC22-C24A7E20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280078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7F8EAE-0DB5-49E8-8A5D-48E6EA18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ADF0F-B974-418E-A485-F7BC6CB5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23C4A-1529-49F8-AF0A-62E1E830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06043-4392-4E20-88B8-51E919C8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62231-990A-4CAE-B32B-22026511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BFAD88-B876-410C-A926-B411185E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investopedia.com/terms/b/business-plan.asp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52088-A5DB-4F75-B5B6-83037212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266A3-0AE4-4FA0-8457-D435D92C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538B4-44B8-4316-9CA7-FB6C7717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investopedia.com/terms/b/businessmodel.asp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9FDDB2-909B-490D-A130-9719BFC7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Purdue OWL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ADCA00-3829-47C6-A691-196CFE52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Evaluating Sources: General Guidelines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4BB36-19FC-40C3-A52E-F6F4AB76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owl.purdue.edu/owl/research_and_citation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49FB0-627A-4789-81EB-D8B7E1D8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56995D-BBCF-4EF9-A801-03D7FE40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Competitive Advantage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497E6-A704-4699-86DD-ABCCBBFA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investopedia.com/terms/c/competitive_advantage.asp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3EDE6-A821-492F-8729-D1EA3839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E76ACB-673F-412F-838E-13FF2039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Market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108D59-158C-43B8-970C-AC5D3D24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investopedia.com/terms/m/market-research.asp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F1BC81-81C1-4CC1-9C7A-668B13D3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30526E-1AA0-4445-B895-F1EF482B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Value Proposition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B1A6E-877B-4843-BEB7-9CFE5056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investopedia.com/terms/v/valueproposition.asp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33C3A6-A4FE-4AEB-B555-4FD7C57C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DDCDA3-141F-4038-877B-F9659C7E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25DB01-F9C0-4F9A-AE61-83253895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837210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2026-09-21T17:14:28.6100000Z</dcterms:created>
  <dcterms:modified xsi:type="dcterms:W3CDTF">2026-09-21T17:14:28.6100000Z</dcterms:modified>
</coreProperties>
</file>