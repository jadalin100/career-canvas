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a191dd8b8e43fb" /><Relationship Type="http://schemas.openxmlformats.org/officeDocument/2006/relationships/extended-properties" Target="/docProps/app.xml" Id="Rf9e83e3014814c5b" /><Relationship Type="http://schemas.openxmlformats.org/officeDocument/2006/relationships/officeDocument" Target="/ppt/presentation.xml" Id="R72fa93ac536b4f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f5983dbdfe41aa"/>
  </p:sldMasterIdLst>
  <p:notesMasterIdLst>
    <p:notesMasterId xmlns:r="http://schemas.openxmlformats.org/officeDocument/2006/relationships" r:id="Ra782c83d94be4f87"/>
  </p:notesMasterIdLst>
  <p:sldIdLst>
    <p:sldId xmlns:r="http://schemas.openxmlformats.org/officeDocument/2006/relationships" id="256" r:id="Rcd416f9459ea4275"/>
    <p:sldId xmlns:r="http://schemas.openxmlformats.org/officeDocument/2006/relationships" id="257" r:id="R580b47a84fc144da"/>
    <p:sldId xmlns:r="http://schemas.openxmlformats.org/officeDocument/2006/relationships" id="258" r:id="Rfa8fddc361314143"/>
    <p:sldId xmlns:r="http://schemas.openxmlformats.org/officeDocument/2006/relationships" id="259" r:id="R9d2e77656f7248ea"/>
    <p:sldId xmlns:r="http://schemas.openxmlformats.org/officeDocument/2006/relationships" id="260" r:id="R4662a10dd2ed4b70"/>
    <p:sldId xmlns:r="http://schemas.openxmlformats.org/officeDocument/2006/relationships" id="261" r:id="R06ecc4ac17bc4fa2"/>
    <p:sldId xmlns:r="http://schemas.openxmlformats.org/officeDocument/2006/relationships" id="262" r:id="R3632fc1c63d34506"/>
    <p:sldId xmlns:r="http://schemas.openxmlformats.org/officeDocument/2006/relationships" id="263" r:id="Rfe8c8fb72d9540cc"/>
    <p:sldId xmlns:r="http://schemas.openxmlformats.org/officeDocument/2006/relationships" id="264" r:id="R7e1cc297616f442b"/>
    <p:sldId xmlns:r="http://schemas.openxmlformats.org/officeDocument/2006/relationships" id="265" r:id="R6f116be4e48b4d89"/>
    <p:sldId xmlns:r="http://schemas.openxmlformats.org/officeDocument/2006/relationships" id="266" r:id="Rbbd5f5f00df942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66118caa4341bd" /><Relationship Type="http://schemas.openxmlformats.org/officeDocument/2006/relationships/slideMaster" Target="/ppt/slideMasters/slideMaster1.xml" Id="R53f5983dbdfe41aa" /><Relationship Type="http://schemas.openxmlformats.org/officeDocument/2006/relationships/notesMaster" Target="/ppt/notesMasters/notesMaster1.xml" Id="Ra782c83d94be4f87" /><Relationship Type="http://schemas.openxmlformats.org/officeDocument/2006/relationships/presProps" Target="/ppt/presProps.xml" Id="Rb3ddcb4d30ee4d51" /><Relationship Type="http://schemas.openxmlformats.org/officeDocument/2006/relationships/tableStyles" Target="/ppt/tableStyles.xml" Id="R59e8924b9b96436c" /><Relationship Type="http://schemas.openxmlformats.org/officeDocument/2006/relationships/slide" Target="/ppt/slides/slide1.xml" Id="Rcd416f9459ea4275" /><Relationship Type="http://schemas.openxmlformats.org/officeDocument/2006/relationships/slide" Target="/ppt/slides/slide2.xml" Id="R580b47a84fc144da" /><Relationship Type="http://schemas.openxmlformats.org/officeDocument/2006/relationships/slide" Target="/ppt/slides/slide3.xml" Id="Rfa8fddc361314143" /><Relationship Type="http://schemas.openxmlformats.org/officeDocument/2006/relationships/slide" Target="/ppt/slides/slide4.xml" Id="R9d2e77656f7248ea" /><Relationship Type="http://schemas.openxmlformats.org/officeDocument/2006/relationships/slide" Target="/ppt/slides/slide5.xml" Id="R4662a10dd2ed4b70" /><Relationship Type="http://schemas.openxmlformats.org/officeDocument/2006/relationships/slide" Target="/ppt/slides/slide6.xml" Id="R06ecc4ac17bc4fa2" /><Relationship Type="http://schemas.openxmlformats.org/officeDocument/2006/relationships/slide" Target="/ppt/slides/slide7.xml" Id="R3632fc1c63d34506" /><Relationship Type="http://schemas.openxmlformats.org/officeDocument/2006/relationships/slide" Target="/ppt/slides/slide8.xml" Id="Rfe8c8fb72d9540cc" /><Relationship Type="http://schemas.openxmlformats.org/officeDocument/2006/relationships/slide" Target="/ppt/slides/slide9.xml" Id="R7e1cc297616f442b" /><Relationship Type="http://schemas.openxmlformats.org/officeDocument/2006/relationships/slide" Target="/ppt/slides/slide10.xml" Id="R6f116be4e48b4d89" /><Relationship Type="http://schemas.openxmlformats.org/officeDocument/2006/relationships/slide" Target="/ppt/slides/slide11.xml" Id="Rbbd5f5f00df942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f54ceefd304d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d3f0d16b784017" /><Relationship Type="http://schemas.openxmlformats.org/officeDocument/2006/relationships/notesMaster" Target="/ppt/notesMasters/notesMaster1.xml" Id="R445f57060ea046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ad92181331403f" /><Relationship Type="http://schemas.openxmlformats.org/officeDocument/2006/relationships/notesMaster" Target="/ppt/notesMasters/notesMaster1.xml" Id="Raa20c3bcd8ad4f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0dbdb442ec4e47" /><Relationship Type="http://schemas.openxmlformats.org/officeDocument/2006/relationships/notesMaster" Target="/ppt/notesMasters/notesMaster1.xml" Id="R4aebe0bc6b6f4c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5d939f8b8146de" /><Relationship Type="http://schemas.openxmlformats.org/officeDocument/2006/relationships/notesMaster" Target="/ppt/notesMasters/notesMaster1.xml" Id="Rade9fd0ae7b248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e198b9b0d14a86" /><Relationship Type="http://schemas.openxmlformats.org/officeDocument/2006/relationships/notesMaster" Target="/ppt/notesMasters/notesMaster1.xml" Id="R987b999c143d46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0ce06dc6294e21" /><Relationship Type="http://schemas.openxmlformats.org/officeDocument/2006/relationships/notesMaster" Target="/ppt/notesMasters/notesMaster1.xml" Id="R1cb4e2b176024e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a3ccb42d054b8f" /><Relationship Type="http://schemas.openxmlformats.org/officeDocument/2006/relationships/notesMaster" Target="/ppt/notesMasters/notesMaster1.xml" Id="R12fc4cff8ab34f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8899571e144e81" /><Relationship Type="http://schemas.openxmlformats.org/officeDocument/2006/relationships/notesMaster" Target="/ppt/notesMasters/notesMaster1.xml" Id="Raa3ab9f2f82b44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edbf8831514cb7" /><Relationship Type="http://schemas.openxmlformats.org/officeDocument/2006/relationships/notesMaster" Target="/ppt/notesMasters/notesMaster1.xml" Id="Rb1277cdfdaa446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70c272b27443ab" /><Relationship Type="http://schemas.openxmlformats.org/officeDocument/2006/relationships/notesMaster" Target="/ppt/notesMasters/notesMaster1.xml" Id="R21eaf9829ecc49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149796c2104782" /><Relationship Type="http://schemas.openxmlformats.org/officeDocument/2006/relationships/notesMaster" Target="/ppt/notesMasters/notesMaster1.xml" Id="R3c57164c367b45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reading two sentences about the same business: one that only describes, one that makes a claim. Take a show of hands on which is worth reading, then start Round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minutes. Investopedia describes a business plan as a strategic roadmap with an executive summary, market analysis, marketing strategy, and financial projections. Students are writing a much shorter version about someone else's business.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https://www.investopedia.com/terms/b/business-plan.asp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3 minutes to write, 3 to cut. Read two or three claims aloud and ask the room to argue with them. A claim nobody can argue with goes back for a rewrite.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https://www.investopedia.com/terms/b/business-plan.asp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count in step 3 is the real diagnostic. Students with one supporting finding need a smaller claim, not more adjectives.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round is where most of the lesson lands. Do not let students skip to polishing sentences before they have done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bakery example is a differential advantage in Investopedia's terms: something hard for a rival to copy quickly. Read the four sentences aloud as one paragraph first so students hear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https://www.investopedia.com/terms/c/competitive_advantage.asp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two or three so-what sentences aloud before the build starts. It sets the bar better than any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at which round produced which section. Students usually realize they have already written five of the eight.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https://www.investopedia.com/terms/b/business-plan.asp</a:t>
            </a:r>
          </a:p>
          <a:p xmlns:a="http://schemas.openxmlformats.org/drawingml/2006/main">
            <a:r>
              <a:t>- https://www.investopedia.com/terms/b/businessmodel.asp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Feedback should target unsupported claims and missing analysis, not grammar.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Anyone who cannot say the claim in one sentence has written a summary, not a paper. Flag it in the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if students or reviewers want the research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https://www.investopedia.com/terms/b/business-plan.asp</a:t>
            </a:r>
          </a:p>
          <a:p xmlns:a="http://schemas.openxmlformats.org/drawingml/2006/main">
            <a:r>
              <a:t>- https://www.investopedia.com/terms/b/businessmodel.asp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  <a:p xmlns:a="http://schemas.openxmlformats.org/drawingml/2006/main">
            <a:r>
              <a:t>- https://www.investopedia.com/terms/c/competitive_advantage.asp</a:t>
            </a:r>
          </a:p>
          <a:p xmlns:a="http://schemas.openxmlformats.org/drawingml/2006/main">
            <a:r>
              <a:t>- https://www.investopedia.com/terms/m/market-research.asp</a:t>
            </a:r>
          </a:p>
          <a:p xmlns:a="http://schemas.openxmlformats.org/drawingml/2006/main">
            <a:r>
              <a:t>- https://www.investopedia.com/terms/v/valueproposition.asp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234de50514c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5674993a4d433c" /><Relationship Type="http://schemas.openxmlformats.org/officeDocument/2006/relationships/slideLayout" Target="/ppt/slideLayouts/slideLayout1.xml" Id="Ra887a29eae8f45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87a29eae8f45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0530a68bc4a17" /><Relationship Type="http://schemas.openxmlformats.org/officeDocument/2006/relationships/notesSlide" Target="/ppt/notesSlides/notesSlide1.xml" Id="Raa75da265af845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eb3d0779647d7" /><Relationship Type="http://schemas.openxmlformats.org/officeDocument/2006/relationships/notesSlide" Target="/ppt/notesSlides/notesSlide2.xml" Id="R8b0df7d8823947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8f369373e496b" /><Relationship Type="http://schemas.openxmlformats.org/officeDocument/2006/relationships/notesSlide" Target="/ppt/notesSlides/notesSlide3.xml" Id="Rd6cf1ca7658942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d819df25c413d" /><Relationship Type="http://schemas.openxmlformats.org/officeDocument/2006/relationships/notesSlide" Target="/ppt/notesSlides/notesSlide4.xml" Id="R59abf5be2ba14d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d79fb66864055" /><Relationship Type="http://schemas.openxmlformats.org/officeDocument/2006/relationships/notesSlide" Target="/ppt/notesSlides/notesSlide5.xml" Id="Re4b0b96aef364a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6a7b383b244ec" /><Relationship Type="http://schemas.openxmlformats.org/officeDocument/2006/relationships/notesSlide" Target="/ppt/notesSlides/notesSlide6.xml" Id="R45b4cdf8b8cb4a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939b670d049b3" /><Relationship Type="http://schemas.openxmlformats.org/officeDocument/2006/relationships/notesSlide" Target="/ppt/notesSlides/notesSlide7.xml" Id="Rd030ea1d3e2d42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d679ad9044495" /><Relationship Type="http://schemas.openxmlformats.org/officeDocument/2006/relationships/notesSlide" Target="/ppt/notesSlides/notesSlide8.xml" Id="Rc2c3b4dba65942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056333da84e91" /><Relationship Type="http://schemas.openxmlformats.org/officeDocument/2006/relationships/notesSlide" Target="/ppt/notesSlides/notesSlide9.xml" Id="Rf346ea76440448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fbe220c884117" /><Relationship Type="http://schemas.openxmlformats.org/officeDocument/2006/relationships/notesSlide" Target="/ppt/notesSlides/notesSlide10.xml" Id="Rb0000469e56540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7755bbd7a458b" /><Relationship Type="http://schemas.openxmlformats.org/officeDocument/2006/relationships/notesSlide" Target="/ppt/notesSlides/notesSlide11.xml" Id="Rfe3c5f2498b64b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AD6B1-1FE7-46B9-9E74-EBB114B3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E2B0D-C83B-40F9-A9CF-CB3DC0ED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33500"/>
            <a:ext cx="4381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7E464-9966-4E51-A48B-E3057A8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716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MEETING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42B02-FC5A-4C1B-B740-5C33F53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571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D2057-E060-49F8-9BAC-7C7D6997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95550"/>
            <a:ext cx="36576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Write the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business spotlight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0B39A-C31C-40C5-8EDA-371A8E65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1D996-3BA4-4380-B05B-BF0042EB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85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8E335-5CB8-4B63-9F38-6396FCEA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the</a:t>
            </a:r>
          </a:p>
          <a:p xmlns:a="http://schemas.openxmlformats.org/drawingml/2006/main">
            <a:pPr algn="l">
              <a:defRPr sz="33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business spotlight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961A2-A34E-4C8E-94C1-93AF5D89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Five writing rounds that assemble into the one-page paper before you leave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039E6-9586-468E-A8DA-BEE0AE63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Meeting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8D848-692D-43FF-A7C8-541CB0EF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Designed by Jada Lin and Olivia Zheng</a:t>
            </a:r>
          </a:p>
          <a:p xmlns:a="http://schemas.openxmlformats.org/drawingml/2006/main">
            <a:pPr algn="l">
              <a:def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Great Neck South</a:t>
            </a:r>
          </a:p>
        </p:txBody>
      </p:sp>
    </p:spTree>
    <p:extLst>
      <p:ext uri="{BB962C8B-B14F-4D97-AF65-F5344CB8AC3E}">
        <p14:creationId xmlns:p14="http://schemas.microsoft.com/office/powerpoint/2010/main" val="647916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E461E-CDE1-4850-BCD2-467BAA43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THE ONLY THING WE TEACH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132EB-866C-45BA-9920-69275C7B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paper is one claim, held up by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7B5E1-7609-4DD3-9EFB-988EB2EE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4AB4B-622C-4451-96B2-117BFAB9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page, one business, one thing you are actually arguing. Everything else is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FAC5D-7856-4CA3-9678-0C71E8CA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985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8DCFD-A2DB-4346-9B38-B8B8E1EC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A business plan does the same job for a company: goals, market, strategy, and the numbers behind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035A5-2BA2-4F1D-A64C-C15A71F9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BC4BC-B7A7-49EA-8573-2F1CB299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Source: Investopedia, Business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2190A-F7B6-4FAA-A3BA-0807484F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03911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E05D4-A46B-4D4B-A500-AD5D7115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95515-4D0A-418D-9164-5BECF36D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1 OF 5 · CLAIM SPRINT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B737C-A297-42D4-9BEB-24B995A6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BFF7F-3169-4E34-AAF6-AB6079B2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6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7CA8F-70EA-4875-AD34-F5EECDC0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three claims. Keep 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A9704-0061-4152-80F3-F055CA5C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C2204-D702-440F-99E3-171A71C9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EBFE2-C7E7-47EC-B182-CD93CA4F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Look only at your findings log. Write three sentences that could be true about this business.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58562-1604-4099-BB8C-788408EE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EC8B4-B454-40A1-9F49-27E0687D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5BFDE-B7AB-44CD-8CF2-A030A05B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Cross out any that are just descriptions. A claim can be argued with.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A3052-B2CF-47A9-9356-4B1B3893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E1497-8ED3-4DDD-8CF3-7303DA40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1B027-6C25-43E8-8981-071202D8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Circle the one you have the most evidence for, not the one you like most.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7A480-1DD3-4F2E-B7FB-31A468F8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B4EE8-1945-4037-9F6A-54FF434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If nobody could disagree with your sentence, it is a fact, not a claim.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BC692-ADA8-45C2-B070-8B7B75DA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17678-5D33-42A8-BA68-47C7545D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560C4-C2E4-4B53-B40D-4F2416C3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claim your paper will defend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AB750-E15F-4EF0-ABB2-936DD9FA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Everything you write for the rest of the meeting hangs off this sentence.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AC7B5-2BD5-40A8-94B8-F93A3F91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9CEB5B-9144-4783-9098-CACCE83C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Business 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7E76A0-F989-4CF4-92DC-60864115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88005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B5748F-2196-4B14-B461-48F6A724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5B971-3633-4E29-B672-37099704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2 OF 5 · EVIDENCE 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2E05E-1489-4557-8E1C-AA1DE05B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36DC5-AC09-45E7-AAC0-6388A25F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B5815-C614-414B-8281-EBA23437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Sort your findings under the claim and find the orphans.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D9D8E-7E24-4D02-AF82-2781D38B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45142-BECA-4DC0-BAD1-C77E8A30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907C2-DFE1-49E9-8A06-613392AF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List every finding that supports the claim directly underneath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6F8A2-70DE-4AEF-8CCD-3F637951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5F422-43B5-4EE7-A5A9-0F9322D9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CC4CB-65EB-4EDC-9016-1EC801A0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Put the rest in a second pile labelled interesting but unused.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41E8D-7D60-48A4-9D81-62A0721C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77EFC-44F8-4D43-BA59-1553EA9C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34800-E3A0-4F89-ACF6-0C703B78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Count the first pile. Fewer than three means the claim is too big or the research is thin.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14582-F477-4543-8692-A4F0A03B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15453-C62D-477C-BF22-BB786853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Evidence that does not support the claim it sits under is still the wrong evidence. (Purdue OWL)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D1D97-029D-40EC-8F00-58820368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AB7D68-6953-4E02-9733-78DCFC55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1366A-9DF9-435F-80BC-077BEEF1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claim with its evidence stacked under 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EEA2E-B47E-426E-A7A6-72D11850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The unused pile is not wasted. Most of it belongs in another section.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F9206F-BC77-4C68-963F-D89F253F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3BDDFC-755F-414B-B14B-92DB0CED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Purdue OWL, Evaluating Sources: General Guidelines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7D7800-29D8-40E8-95EF-5908793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670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4C079A-CE94-4705-9CCD-2F433A17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7A430-FBA0-45F8-9EF9-5CEA9DC4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3 OF 5 · WEAK-SENTENCE HUNT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CE228-2F2E-45A5-AE14-BD576E83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CB8D5-1472-4F44-AC6D-B0121DA8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6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90529-0761-48B6-BB9D-A1ED3E11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Underline every sentence you cannot back 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72C43-6B71-46BC-8607-4987FD73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57CF5-3847-40B1-A5EF-67B8380E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73FEB-7081-477A-B5C5-5F697227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Go through your notes and underline anything using best, popular, or high quality.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9CCF1-71A5-4E84-B21C-37D63200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CA80D-56FB-4648-9FC3-7FB4DF72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CDF20-ACA9-4F41-8A58-61D57EBE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Underline anything with no source next to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A6B3D-3405-442A-ACC5-D1A3271E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C5CD4-8529-4426-95EE-F0F4DEF2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A7924-BBAE-4BB5-9B51-E7244917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Fix three of them. Cut any you cannot fix.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3DC54-80A7-4238-8DE1-7CF32817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AD711-45BD-4A25-B6D5-DF0E13E3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claim a reader cannot check does not count, in your writing or anyone else's. (Purdue OWL)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B0AC5E-0933-4784-8F4B-1A84A17E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4B4A6-67EA-430F-AD4C-A82E7282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3A486-A338-4753-9436-00567673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Three rewritten sentences and a shorter draft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89ADD-5C30-48DC-95AE-E773B58C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Cutting is progress here. A shorter honest page beats a full page of adjectives.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76838-21E0-4F4B-92B6-7931347F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33A7A-CE2C-4C67-9A81-FB154914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Purdue OWL, Evaluating Sources: General Guidelines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CC70F-14AE-40B1-9EF5-5814854F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700629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82D420-1A34-48B6-8574-2A060A2B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8A489-AA8A-4BF6-8F05-FDB8083F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4 OF 5 · PARAGRAPH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4FDE0-F192-4FA5-B6D0-88D0FC16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05BE1-D96C-47D1-B3BC-0216DE72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7BCF2-8C68-470C-8DE8-14F086D0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four sentences in this exact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19F18-AC2F-4320-A030-3D5E6D68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9BDE9-5E64-4314-93E6-C29D8820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319FE-CAD3-4BCF-8FDB-6E40C83B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Claim: this bakery competes on being walkable, not cheap.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40D03-B164-499A-99F4-0B602B21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1B92A-49E1-4BA1-B106-96A3512E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CD386-EFB2-4234-8A22-14F4BFD4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Evidence and source: its two nearest competitors are over a mile away, checked on their own sites in September 2026.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6E576-A71B-49A6-85CB-9A49846C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30EF7-6A44-43E2-908F-35E5920B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EE938-424E-4DC2-A861-1C440229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Analysis: location is its edge, and a new shop nearby would erase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089BE-C981-41C4-94DA-DC79C85D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13684-7A25-4C7F-ACCB-EE438153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15ED8-0483-4269-B317-49462F9C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Now write your own four, about your business, on any section you like.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76E57-27D4-4B7B-AD2F-00FC9C83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9BDD0-50E0-414F-9A6A-ADB70DC5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Claim, evidence, source, analysis. Read together it is ordinary prose, not a form.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EBB401-C0C5-465B-B594-CE44B306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9A561-6478-44D8-BB9B-6B2CA97B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C0876C-B762-4A97-BEC7-77B92C12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finished paragraph of your paper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CCACC-614E-48ED-B8A3-22CC80C8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Copy this shape for every section. It is the whole writing technique.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BB959-524C-4571-9342-5EA3BE49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B2C9C2-7217-48AE-8BB3-A0F055AC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Sources: Investopedia, Competitive Advantage; Purdue OWL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262643-4E27-4322-9A78-A9878CFC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6403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69E24D-E09B-497C-8E6F-FCC44C2E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48332-1384-4962-93D2-0102FB48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5 OF 5 · SO WHAT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2D129-4F9E-4F17-AA3E-E9DD38CB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9696C-9D3A-4231-8DC0-C2228051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19686-1CCE-4065-85D2-1E588401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the sentence only you could write.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9EAF7-8DFD-4DCE-BDA1-65B18793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DF9BA-536B-456A-84D8-0B5CB810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DD85A-1154-436B-8F4B-47019B1F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Take one finding. Write what it implies, not what it says.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0580F-757B-45B8-B63A-412BFB36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F3EA6-C2FA-4AF2-BC54-D53941E3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BEC9E-5B7B-46B1-9878-FF59C3AC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Then write what would have to change for you to be wrong.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29F47-0469-48E0-BB64-3EBC40B5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B6F05-2AC7-41FD-BB60-DADDFABC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D1913-1169-46B8-8EBC-35BF5032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No new facts allowed. This is analysis, not more research.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5B87F-747A-42F3-967C-646A96F9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23BE4-16E4-4A71-9507-C8F752C8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Analysis is the part a judge, a teacher, or the business owner will actually respond 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1E351-6CAA-49E2-9D6A-0060FD43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488F58-A1F3-44ED-B505-A4E92138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1B189-FDB5-4C95-86E0-E7A6992E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opportunity-or-challenge paragraph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F9C303-E8A7-4DF9-836A-7A7D93CB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If anyone in the room could have written your sentence, rewrite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B6FF3-CEFB-4803-883B-8DB07B68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C8B79E-5D28-4E34-B67E-983EFA7F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Purdue OWL, Evaluating Sources: General Guidelines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138F03-6971-4B83-B1E0-B076F94B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97317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5EFFE1-AC14-4AFC-B482-1A8D29E4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THE EIGHT SECTIONS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BC733-820F-43FA-B2B7-B5F112B7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Your page is done when all eight are filled.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93751-8499-40BC-996B-ADD39224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Assemble what the five rounds produced. Most of these are already written.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ADB51-6235-426C-9430-EFBD87BF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E1921-7CA1-41A9-828F-52E1FAF4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2F17D-EE26-4114-A85E-E0679A41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Business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8D86D-CE58-446B-B402-54721B79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53D69-A4EF-4F95-BD5C-1B331160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D39E2-F462-4505-9BF2-60DBCD34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Target customer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D6AAC-E713-41C7-B2A1-87DDE543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68BD7-AE18-4F69-A58D-FB26D8C8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20609-3672-48B6-ACEA-3B210479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814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Customer need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3318A-8933-4356-B4F0-7074A313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CF0BF-7651-4C71-80BC-14C68F9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249E-2DA5-4BDB-8991-930E0AE1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Products or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65FB7-2035-438D-8E92-79F12CE6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BE1F4-5474-4AE2-A81E-E682B62A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52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A3B60-DF41-4563-9731-4CF0B5DB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Marketing approach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44156F-F0B7-457F-9FF6-8324AA8E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7B19D-6D19-4DF0-95DD-3BE52623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C878F-9A97-499C-ADDE-942C9495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384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Competitors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F79B0B-A97A-408D-8B5D-D47C39DB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004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A92903-45E1-4B33-93CF-F5B06625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E7711-606D-4764-B0D2-E6519987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One opportunity or challenge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800B3-EF4E-4F0E-B4A1-9F7D263F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434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70954-E24B-4C85-95C5-D7F9D16C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81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D16B57-5BEC-494C-93F6-FA42B25F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044FA3-A7E9-436B-BC3A-B8FCE294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CDC652-2A61-4A03-9505-E82E42EA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Every section except the overview needs at least one thing you learned from a source, not from the storefront.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749405-CA6B-4190-BBD5-B3085B42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BAE24D-D9F8-49A0-9595-254957C7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Sources: Investopedia, Business Plan and Business Model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C482C6-E6F0-4C6C-9A9D-69F2EA7B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854754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C2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E9FD5-5823-40A3-9201-B9E40F07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THE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AD1F7-BFBD-47C4-9E1C-A58B6360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Assemble the page and submit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4B0E1-2A35-4551-951F-9943F957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1440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EEB62-5CE3-4A02-8D09-009D5E63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287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20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CBF06-C8FE-45A5-8F95-4CC2414C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08624-2309-4F9B-AF88-EC11BC5F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Drop your round outputs into the eight sections.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999CF-5462-4A39-853C-082F29F6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4E410-CA3C-4287-8B6D-31EF9D5C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479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Fill the gaps without stopping to polish.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F162C-81E3-412B-9E23-2ADE67B9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DD1AE-BF0E-4094-A443-91670055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Run the weak-sentence hunt one more time on the whole page.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27129-EF52-422A-A0B1-293A8889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C7EED-695F-470A-B6D4-F7FA9956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Add your sources list with links and dates.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C5752-B6C1-4E73-82FF-F02CB974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33575"/>
            <a:ext cx="2190750" cy="34290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3DF44-E7DE-4A0F-9B44-DE8865B4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38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81DFB-CAC6-4E58-8924-401208E1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19400"/>
            <a:ext cx="1714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One-page</a:t>
            </a:r>
          </a:p>
          <a:p xmlns:a="http://schemas.openxmlformats.org/drawingml/2006/main">
            <a:pPr algn="ctr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business</a:t>
            </a:r>
          </a:p>
          <a:p xmlns:a="http://schemas.openxmlformats.org/drawingml/2006/main">
            <a:pPr algn="ctr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spotlight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824FF1-C040-4C3B-A0C2-C8D81503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577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Submitted for feedback before you leave.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82542-F546-4FF6-BD36-E7E6924C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E2AD1-71D8-4B58-B525-884B630E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Career Canvas Meeting 4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0500F-F0F6-4944-8048-70E81CA3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866435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080B4-A354-409B-8404-94605E92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BEFORE YOU LEAVE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9525D-D973-4C6D-BA95-6FD6D015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Say your claim out loud in one sentence.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29228-F7A2-4930-BDDA-17A688A4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D955F-C6CA-4227-815C-5E21E2B4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6078A-A056-4D28-A1AB-50B4E17F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is your paper's one claim?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ABB20-1E49-4166-B069-B81C56F7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Which section was hardest to source?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D0D30-342D-4246-B4C2-D1CE8104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did you cut?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70634-11DE-42BC-B4AA-54832A14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9053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CA502-89E9-43C9-BBBF-6D5F8BEF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NEXT MEETING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02111-D899-4D1A-AEB6-72D925BB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Create for a real audience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09129-402E-4179-B0E0-05168C39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Take the customer you just described and build an advertisement aimed at that exact person.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F6C50-028E-4B31-9224-646EB7ED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DEDA5-A812-477C-82F2-C68DD5F7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Meeting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DC07C-C7C6-4DCC-8243-64BE8C7A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021960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1CFC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8014E8-6F6D-448E-8BF7-65C1A919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D55B0-3204-4CE0-8E9A-E2BB2920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Research used in this meeting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B6009-3DDC-4389-90A1-247CD2F1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All links were accessed September 21, 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A29AC-A154-4816-9FEC-C048CEE9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A5862-F50C-46A2-8E4C-99AE76C1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Business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0918A-0BE3-46BF-88F9-60C7C5A5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investopedia.com/terms/b/business-plan.asp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207DB-D7B1-44DF-B2ED-7D6AC256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54144-9581-40E3-B127-8B5F2DEA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Business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A5B78-FF90-4F32-A897-AD191FA1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investopedia.com/terms/b/businessmodel.asp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64CEE-FDB6-4D15-98EE-60AFC4B4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Purdue OWL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9066E-169A-46EC-8FDE-17780199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Evaluating Sources: General Guidelines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54B6D-AC35-4415-A7FF-9691880D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owl.purdue.edu/owl/research_and_citation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F85DC-7AC1-467C-9CAB-7D5C9C75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EEFF1-80B1-4CF8-8401-E96FAC38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52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Competitive Advantage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42604B-A619-42A5-91AC-030726BE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investopedia.com/terms/c/competitive_advantage.asp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87E3F-4B12-4924-9C59-33C2F73D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67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71268-4419-4607-A255-5964DC9C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24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Market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F93D7-074F-41BD-8605-568E41DB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38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investopedia.com/terms/m/market-research.asp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8BCCD-B234-4AAD-B0E1-E79F7A29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386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4F45A-5C33-46B5-9E7C-BB20545F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957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Value Proposition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B5105-89D5-40DA-853C-D1CB52EB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0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investopedia.com/terms/v/valueproposition.asp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E466CD-A11E-4A2E-A3AC-43510B31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903A5-7CDE-4C8A-B713-F2FE0625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Full URLs are also stored in the speaker notes of the slides that use them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72FBA-077D-40E5-8AB2-708A0457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0470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2026-09-21T19:22:45.7260000Z</dcterms:created>
  <dcterms:modified xsi:type="dcterms:W3CDTF">2026-09-21T19:22:45.7260000Z</dcterms:modified>
</coreProperties>
</file>