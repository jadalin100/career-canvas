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a5c0d4d68404514" /><Relationship Type="http://schemas.openxmlformats.org/officeDocument/2006/relationships/extended-properties" Target="/docProps/app.xml" Id="Ra0e9eb967e0742c1" /><Relationship Type="http://schemas.openxmlformats.org/officeDocument/2006/relationships/officeDocument" Target="/ppt/presentation.xml" Id="Rfa8f78ff077144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e85588d6a8149d7"/>
  </p:sldMasterIdLst>
  <p:notesMasterIdLst>
    <p:notesMasterId xmlns:r="http://schemas.openxmlformats.org/officeDocument/2006/relationships" r:id="Rcb0d3d8efaa9491e"/>
  </p:notesMasterIdLst>
  <p:sldIdLst>
    <p:sldId xmlns:r="http://schemas.openxmlformats.org/officeDocument/2006/relationships" id="256" r:id="Rfc228a932d074db1"/>
    <p:sldId xmlns:r="http://schemas.openxmlformats.org/officeDocument/2006/relationships" id="257" r:id="R168655d06e0e46fa"/>
    <p:sldId xmlns:r="http://schemas.openxmlformats.org/officeDocument/2006/relationships" id="258" r:id="Re3844a10b66946b3"/>
    <p:sldId xmlns:r="http://schemas.openxmlformats.org/officeDocument/2006/relationships" id="259" r:id="R61300ac5e6d145b6"/>
    <p:sldId xmlns:r="http://schemas.openxmlformats.org/officeDocument/2006/relationships" id="260" r:id="R6f7c82d45c6a44e5"/>
    <p:sldId xmlns:r="http://schemas.openxmlformats.org/officeDocument/2006/relationships" id="261" r:id="R615ca17e9b6c433c"/>
    <p:sldId xmlns:r="http://schemas.openxmlformats.org/officeDocument/2006/relationships" id="262" r:id="R7f41075a3f62493f"/>
    <p:sldId xmlns:r="http://schemas.openxmlformats.org/officeDocument/2006/relationships" id="263" r:id="R3c2baa0217ef4250"/>
    <p:sldId xmlns:r="http://schemas.openxmlformats.org/officeDocument/2006/relationships" id="264" r:id="R7748f1f1bbc642e5"/>
    <p:sldId xmlns:r="http://schemas.openxmlformats.org/officeDocument/2006/relationships" id="265" r:id="R8a341c6618d14ec6"/>
    <p:sldId xmlns:r="http://schemas.openxmlformats.org/officeDocument/2006/relationships" id="266" r:id="R81d3ff16434f4a9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235a3f865574373" /><Relationship Type="http://schemas.openxmlformats.org/officeDocument/2006/relationships/slideMaster" Target="/ppt/slideMasters/slideMaster1.xml" Id="R1e85588d6a8149d7" /><Relationship Type="http://schemas.openxmlformats.org/officeDocument/2006/relationships/notesMaster" Target="/ppt/notesMasters/notesMaster1.xml" Id="Rcb0d3d8efaa9491e" /><Relationship Type="http://schemas.openxmlformats.org/officeDocument/2006/relationships/presProps" Target="/ppt/presProps.xml" Id="Rd7460abbd3544ac3" /><Relationship Type="http://schemas.openxmlformats.org/officeDocument/2006/relationships/tableStyles" Target="/ppt/tableStyles.xml" Id="Rd9ffa740af73456b" /><Relationship Type="http://schemas.openxmlformats.org/officeDocument/2006/relationships/slide" Target="/ppt/slides/slide1.xml" Id="Rfc228a932d074db1" /><Relationship Type="http://schemas.openxmlformats.org/officeDocument/2006/relationships/slide" Target="/ppt/slides/slide2.xml" Id="R168655d06e0e46fa" /><Relationship Type="http://schemas.openxmlformats.org/officeDocument/2006/relationships/slide" Target="/ppt/slides/slide3.xml" Id="Re3844a10b66946b3" /><Relationship Type="http://schemas.openxmlformats.org/officeDocument/2006/relationships/slide" Target="/ppt/slides/slide4.xml" Id="R61300ac5e6d145b6" /><Relationship Type="http://schemas.openxmlformats.org/officeDocument/2006/relationships/slide" Target="/ppt/slides/slide5.xml" Id="R6f7c82d45c6a44e5" /><Relationship Type="http://schemas.openxmlformats.org/officeDocument/2006/relationships/slide" Target="/ppt/slides/slide6.xml" Id="R615ca17e9b6c433c" /><Relationship Type="http://schemas.openxmlformats.org/officeDocument/2006/relationships/slide" Target="/ppt/slides/slide7.xml" Id="R7f41075a3f62493f" /><Relationship Type="http://schemas.openxmlformats.org/officeDocument/2006/relationships/slide" Target="/ppt/slides/slide8.xml" Id="R3c2baa0217ef4250" /><Relationship Type="http://schemas.openxmlformats.org/officeDocument/2006/relationships/slide" Target="/ppt/slides/slide9.xml" Id="R7748f1f1bbc642e5" /><Relationship Type="http://schemas.openxmlformats.org/officeDocument/2006/relationships/slide" Target="/ppt/slides/slide10.xml" Id="R8a341c6618d14ec6" /><Relationship Type="http://schemas.openxmlformats.org/officeDocument/2006/relationships/slide" Target="/ppt/slides/slide11.xml" Id="R81d3ff16434f4a9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23bd40920d414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6d2958eed34544" /><Relationship Type="http://schemas.openxmlformats.org/officeDocument/2006/relationships/notesMaster" Target="/ppt/notesMasters/notesMaster1.xml" Id="R9cb71985503b4c5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fca013df5004056" /><Relationship Type="http://schemas.openxmlformats.org/officeDocument/2006/relationships/notesMaster" Target="/ppt/notesMasters/notesMaster1.xml" Id="R05861f604017464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c690eee044341d8" /><Relationship Type="http://schemas.openxmlformats.org/officeDocument/2006/relationships/notesMaster" Target="/ppt/notesMasters/notesMaster1.xml" Id="Rd2432eccb1c64b2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982018bc584333" /><Relationship Type="http://schemas.openxmlformats.org/officeDocument/2006/relationships/notesMaster" Target="/ppt/notesMasters/notesMaster1.xml" Id="Rc55ba97a9c654f3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c573bead8004bb2" /><Relationship Type="http://schemas.openxmlformats.org/officeDocument/2006/relationships/notesMaster" Target="/ppt/notesMasters/notesMaster1.xml" Id="Rc6432d886d3b4c1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6c97f71c61f40dd" /><Relationship Type="http://schemas.openxmlformats.org/officeDocument/2006/relationships/notesMaster" Target="/ppt/notesMasters/notesMaster1.xml" Id="R5f3d5efcd0794cb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a4eabd951434e5e" /><Relationship Type="http://schemas.openxmlformats.org/officeDocument/2006/relationships/notesMaster" Target="/ppt/notesMasters/notesMaster1.xml" Id="R7d1e4f6450104f6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8a3b4c9832940a5" /><Relationship Type="http://schemas.openxmlformats.org/officeDocument/2006/relationships/notesMaster" Target="/ppt/notesMasters/notesMaster1.xml" Id="Ra5cf4a921890429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2cab06fb69c4567" /><Relationship Type="http://schemas.openxmlformats.org/officeDocument/2006/relationships/notesMaster" Target="/ppt/notesMasters/notesMaster1.xml" Id="R0ed17275755547e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aaf7880ba87497f" /><Relationship Type="http://schemas.openxmlformats.org/officeDocument/2006/relationships/notesMaster" Target="/ppt/notesMasters/notesMaster1.xml" Id="R9e9e39b021114cd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da1067c69be4a0d" /><Relationship Type="http://schemas.openxmlformats.org/officeDocument/2006/relationships/notesMaster" Target="/ppt/notesMasters/notesMaster1.xml" Id="Re24fb536f12743d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showing an ad everyone has seen and asking who it was built for. Push past everyone, then go to the anchor.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Three minutes. The four Ps were popularized by Neil Borden in the 1950s and refined by E. Jerome McCarthy. Services marketing later added people, process, and physical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https://www.investopedia.com/terms/f/four-ps.asp</a:t>
            </a:r>
          </a:p>
          <a:p xmlns:a="http://schemas.openxmlformats.org/drawingml/2006/main">
            <a:r>
              <a:t>- https://www.investopedia.com/terms/m/marketing.asp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Facilitation: 5 minutes scoring in pairs, 3 minutes on the memory test. Put the next slide up while they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https://www.investopedia.com/terms/m/marketing.asp</a:t>
            </a:r>
          </a:p>
          <a:p xmlns:a="http://schemas.openxmlformats.org/drawingml/2006/main">
            <a:r>
              <a:t>- https://www.investopedia.com/terms/d/digital-marketing.asp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which one they could describe correctly tomorrow. That question does more work than any explanation of design principles.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https://www.investopedia.com/terms/m/marketing.asp</a:t>
            </a:r>
          </a:p>
          <a:p xmlns:a="http://schemas.openxmlformats.org/drawingml/2006/main">
            <a:r>
              <a:t>- https://www.investopedia.com/terms/b/brand.asp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who want to switch audiences usually did not finish the target-customer section. Send them back to the paper.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https://www.investopedia.com/terms/t/target-market.asp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student ad that contradicts the real promise is a good teaching moment, not a failure. Surface one if you find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https://www.investopedia.com/terms/b/brand.asp</a:t>
            </a:r>
          </a:p>
          <a:p xmlns:a="http://schemas.openxmlformats.org/drawingml/2006/main">
            <a:r>
              <a:t>- https://www.investopedia.com/terms/v/valueproposition.asp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Facilitation: run it twice, swapping roles. The three-second limit is not negotiable, or it becomes a critique session.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https://www.investopedia.com/terms/m/marketing.asp</a:t>
            </a:r>
          </a:p>
          <a:p xmlns:a="http://schemas.openxmlformats.org/drawingml/2006/main">
            <a:r>
              <a:t>- https://www.investopedia.com/terms/b/brand.asp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banned-phrases rule does most of the work. Keep it visible while they write.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https://www.investopedia.com/terms/f/four-ps.asp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beautiful ad with no reasoning gets weak feedback from partners. Say that before they start designing.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Business feedback submission happens here. Require a specific question rather than what do you think.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if students or reviewers want the research base.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https://www.investopedia.com/terms/f/four-ps.asp</a:t>
            </a:r>
          </a:p>
          <a:p xmlns:a="http://schemas.openxmlformats.org/drawingml/2006/main">
            <a:r>
              <a:t>- https://www.investopedia.com/terms/m/marketing.asp</a:t>
            </a:r>
          </a:p>
          <a:p xmlns:a="http://schemas.openxmlformats.org/drawingml/2006/main">
            <a:r>
              <a:t>- https://www.investopedia.com/terms/d/digital-marketing.asp</a:t>
            </a:r>
          </a:p>
          <a:p xmlns:a="http://schemas.openxmlformats.org/drawingml/2006/main">
            <a:r>
              <a:t>- https://www.investopedia.com/terms/t/target-market.asp</a:t>
            </a:r>
          </a:p>
          <a:p xmlns:a="http://schemas.openxmlformats.org/drawingml/2006/main">
            <a:r>
              <a:t>- https://www.investopedia.com/terms/b/brand.asp</a:t>
            </a:r>
          </a:p>
          <a:p xmlns:a="http://schemas.openxmlformats.org/drawingml/2006/main">
            <a:r>
              <a:t>- https://www.investopedia.com/terms/v/valueproposition.asp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79a1588a144f5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7cf640074441c0" /><Relationship Type="http://schemas.openxmlformats.org/officeDocument/2006/relationships/slideLayout" Target="/ppt/slideLayouts/slideLayout1.xml" Id="R3be189ebf7504db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e189ebf7504db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6dbc3d0b5f4be2" /><Relationship Type="http://schemas.openxmlformats.org/officeDocument/2006/relationships/notesSlide" Target="/ppt/notesSlides/notesSlide1.xml" Id="R9ea5f9ceb58b48f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9cd1be67404b81" /><Relationship Type="http://schemas.openxmlformats.org/officeDocument/2006/relationships/notesSlide" Target="/ppt/notesSlides/notesSlide2.xml" Id="R6e8a9657a12945a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b19c43af694487" /><Relationship Type="http://schemas.openxmlformats.org/officeDocument/2006/relationships/notesSlide" Target="/ppt/notesSlides/notesSlide3.xml" Id="Rf88908c4e4f0430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9ae196778b4c9f" /><Relationship Type="http://schemas.openxmlformats.org/officeDocument/2006/relationships/notesSlide" Target="/ppt/notesSlides/notesSlide4.xml" Id="R57756c3006ca4d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44c3b7c676411b" /><Relationship Type="http://schemas.openxmlformats.org/officeDocument/2006/relationships/notesSlide" Target="/ppt/notesSlides/notesSlide5.xml" Id="Re40f3350cc04498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f2b50e40004770" /><Relationship Type="http://schemas.openxmlformats.org/officeDocument/2006/relationships/notesSlide" Target="/ppt/notesSlides/notesSlide6.xml" Id="Rdec40e074b9f482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0603f07e024dba" /><Relationship Type="http://schemas.openxmlformats.org/officeDocument/2006/relationships/notesSlide" Target="/ppt/notesSlides/notesSlide7.xml" Id="R5b0fe019bc0a4d6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9cfd4836c84999" /><Relationship Type="http://schemas.openxmlformats.org/officeDocument/2006/relationships/notesSlide" Target="/ppt/notesSlides/notesSlide8.xml" Id="Rd3e7390ee0f54c8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9840ad66664fda" /><Relationship Type="http://schemas.openxmlformats.org/officeDocument/2006/relationships/notesSlide" Target="/ppt/notesSlides/notesSlide9.xml" Id="R5ddfc5127e8e40f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dd47f10cd547d7" /><Relationship Type="http://schemas.openxmlformats.org/officeDocument/2006/relationships/notesSlide" Target="/ppt/notesSlides/notesSlide10.xml" Id="R58e8112458f4454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d29335ece4403c" /><Relationship Type="http://schemas.openxmlformats.org/officeDocument/2006/relationships/notesSlide" Target="/ppt/notesSlides/notesSlide11.xml" Id="Rc938941b2e31421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F9ABAC-10FF-4807-83C0-99A1D5CE1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0"/>
            <a:ext cx="5524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81D4CC-A47A-4273-830E-B0D68E9E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143000"/>
            <a:ext cx="4381500" cy="457200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F88387-8582-451E-AF60-5953A7DD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0020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MEETING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F7A4E9-D9DA-44AC-AD8A-B965E7C39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14550"/>
            <a:ext cx="36576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Create for a</a:t>
            </a:r>
          </a:p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real audience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E5DE69-BBC0-4768-8BE3-634F7C49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CAREER CANVAS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5E2260-008C-4F64-BB60-FE568CF5A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6858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0C00ED-4616-4673-9B1F-A80D06B07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476250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Create for a</a:t>
            </a:r>
          </a:p>
          <a:p xmlns:a="http://schemas.openxmlformats.org/drawingml/2006/main">
            <a:pPr algn="l">
              <a:defRPr sz="4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real audience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541395-F92A-4649-AE0F-E159D8EAD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4476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Four decisions, five rounds, one ad the business will actually see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2D47A6-3716-4672-8E05-35FF7B24A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Meeting 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1F5149-FBC7-4004-87B0-D9E8A3DF6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Designed by Jada Lin and Olivia Zheng</a:t>
            </a:r>
          </a:p>
          <a:p xmlns:a="http://schemas.openxmlformats.org/drawingml/2006/main">
            <a:pPr algn="l">
              <a:defRPr sz="10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Great Neck South</a:t>
            </a:r>
          </a:p>
        </p:txBody>
      </p:sp>
    </p:spTree>
    <p:extLst>
      <p:ext uri="{BB962C8B-B14F-4D97-AF65-F5344CB8AC3E}">
        <p14:creationId xmlns:p14="http://schemas.microsoft.com/office/powerpoint/2010/main" val="8167108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61A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7A490C-F8EB-4087-B0BE-AC76D083D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THE ONLY THING WE TEACH TODAY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4620B9-D30A-49BE-AD21-ED787B01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810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An ad is the promotion decision.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E2FA41-0878-4FB0-9856-D94513FB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0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70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B1E637-879D-46F9-9215-22571973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552700"/>
            <a:ext cx="6667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Product, price, place, promotion. Your ad is the fourth one, and it only works if the other three are true.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EDC74F-42F1-440B-999B-CF6BE8C5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9858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7E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913D0E-9EA1-437D-9222-4839D58ED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990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Advertising a nine-dollar sandwich as a bargain fails no matter how good the design 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DD210B-B472-4C5C-A291-C6690B2B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7E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5175-C91B-44B3-B3B0-B9C8701BC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Source: Investopedia, The 4 Ps of Marketing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D2E406-45A5-4F4D-8055-DFED2A95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003787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2BF0F2-1E2B-41E8-8C0D-BB1DD836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FA598B-3001-444C-87BD-5E105E41E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1 OF 5 · TEARDOWN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C58719-73A1-409B-85D3-030B5D427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C23461-CBF4-438F-8D45-4C66713F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8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43B92E-C892-40F5-80E7-434805171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Judge two real ads before you make your own.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0936F7-C854-4562-97DF-63420CE46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C99D55-D17A-44BA-9FDE-74D3D6A6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7D5E2F-888C-4F8A-B1C2-CC88CA8A9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For each ad on the next slide, name the audience, the message, the first thing you look at, and the next step.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E9CFF7-36AE-47AD-9F69-4B430C716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29DA4F-6CB5-4DE4-9683-A5543157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445BD5-0409-4818-8CD0-9A3015597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Score each of the four out of two. Eight is a perfect ad.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FB2D16-DD26-4BB6-B124-77B223462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7000FC-96D8-4721-93D8-46541DAE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E7D5CC-B517-4709-A189-448AE79C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Cover them up. Describe one from memory. That is the real test.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C8B6CE-39CD-45AC-A41F-26AA8A78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534249-42C4-43EA-A3A4-CEFD32DE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Digital channels let you target a specific audience and measure the result, so the audience decision comes first. (Investopedia)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EB5E9F-710B-40DA-8071-B8E681477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76CDAA-8B17-4078-B859-124F2E448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EBAFA3-48B7-4390-A180-B85F6596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scoring habit you will use on your own ad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162F2E-8A5A-41C6-937B-648921808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Everything you just criticized, you are about to be asked to do.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FF6B2B-60B0-4687-AA2B-39EC02A65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6228EE-9D32-49C5-A575-ECA389778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Sources: Investopedia, Marketing and Digital Marketing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F0C735-7363-445A-8AE8-9D2FEE58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799631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4E17C8-DB2C-45B1-BD53-7DC283C0E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1 MATERIAL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06B820-415F-4EF9-91BC-77A2B407C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Two ads for the same bakery.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50F94C-9880-47C9-92EC-18D025C09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Score each on audience, message, visual, and call to action. Do not score them on which looks nicer.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5E281B-6429-4A27-AE30-45E538F5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4905375" cy="3810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D4835A-A3E9-439B-91CC-ED40C473D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490537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3FB398-D8AD-4411-9E60-E41492498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717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AD 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3175F8-56A5-4F71-A24E-20B4DEBE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146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2D3479-156E-45DD-A7D4-18C2E2DB1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Audience: parents doing school pickup nearby.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B3CB72-D6FC-4BCC-9DC6-4E2F8EBB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33B5B6-DF1A-409C-AC3C-BBAF98A9C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4330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Message: fresh bread ready at 3 p.m.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B6FDCA-66F3-427A-9C63-7F7F5578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243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DD4A96-35D1-4ED2-BAC3-D6E4F217F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Visual: one photo, readable from across a street.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7DEC25-ED6D-422C-A706-A910471F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292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796907-17A9-4507-8AA6-14BCEEC4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5300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Call to action: a time and a street name.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433982-4CAE-4BC1-A81A-7A418DA5E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19300"/>
            <a:ext cx="4905375" cy="3810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FF7C70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2CB9B8-2007-4093-8AB8-2EF11247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19300"/>
            <a:ext cx="490537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7C70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65F3DC-3425-4A7A-85DA-ECB0AA3F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1717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AD 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A294E7-0F9F-4359-BAA9-0ABF47D3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9146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C70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611B41-8584-4EC0-BC71-3612E6B0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3845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Audience: anyone who likes food.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0D6347-5063-4398-A897-DCF4AABAA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6195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C70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7A5DBD-9681-41D9-B541-C88FB333D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54330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Message: quality baked goods since 1998.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D4A505-5FB6-4E92-9BDD-B33202E1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3243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C70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4AFCC2-C6AF-4973-B62C-2AC573456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24815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Visual: six photos and three fonts.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329009-00AE-47E6-9AD6-2C7FEC46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50292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C70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49098F-A159-46AB-B7E5-34BA2307E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95300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Call to action: none, or visit us today.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513587-6995-44E5-9FEC-DE0E685BB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7B3219-43C9-4FF6-90A4-EF1AE0F7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Sources: Investopedia, Marketing and Brand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8E910C-3556-4334-B1DE-CCE2F551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4348970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A9175B-F0CF-42B2-A46A-95956A60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C7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E47F65-FB59-4582-92E4-A292E9860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2 OF 5 · AUDIENCE LOCK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6B8272-ECF9-4831-9AE5-DEDB1C145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60E50D-D178-4BF9-B163-12D06560F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5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04B8C8-EA39-40A1-8567-6AF7EFFF7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Write your audience in one sentence, from your own paper.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AD713E-E6E0-433B-91FA-A58DC9DF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D2A3D0-69C3-4CF0-99FC-81C9057E4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3BE2B4-45C1-4396-815B-4C4D3FC51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Open the target-customer section you wrote in Meeting 4.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592FC4-DBA8-4C8B-B415-983FF13E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2AF251-EE85-4487-8B85-8557721A6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48C2B5-AB61-44AD-9F58-5DC2FAE3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Write: age or role, where they are, and what they care about.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E7F0F7-7215-49F4-8843-BD9F9D5B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B8CAA7-0418-449D-983D-A0D8F71B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07FEA6-95EE-4D9C-A46B-9D02082C2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Read it to a partner. If it fits them and their grandmother, narrow it.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BFD270-DCD3-45C6-BE12-43B139F3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072A21-9102-42CB-B5DD-25E0B219E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A target market is a slice of consumers with shared characteristics, not the general public. (Investopedia)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1A017F-5991-4BF3-B708-8D6E07A6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A0800A-BF3F-4EEB-BAE0-DE4B9691C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F4BE90-AA33-419C-A541-04C6D7D1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audience line for your ad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46444E-5ACF-4D3D-8141-FAFA8C86B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Do not invent a new audience here. Use the one you researched.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D090A1-224B-4744-B076-863F878F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0AB5EE-A0DA-45CB-93FA-1802BBAA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Investopedia, Target Market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7AA2B4-B1AB-4440-AB6F-C13070F36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022347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27BD59-7306-45B5-BF54-2051EBC4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5BB06F-9933-42A0-9B0B-D57D7C5A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3 OF 5 · MESSAGE CUT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E6F626-50BA-4F8D-824A-C33509975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70A132-05ED-49B7-9239-C6D63B58E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6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3B5F6C-5DEE-4391-9C93-59AB4248D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Get it to ten words and check it against the truth.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AE9E6C-D755-421A-8FF7-FE7D56F1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198E2D-ECF1-4A74-BD70-789865F06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506E4B-16FC-49C0-B42E-EEB41503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Write what the audience must understand. Any length.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45784D-067A-40AF-A2FA-E507BCFC7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15A283-CC5C-4F28-B457-D17EEFED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4DA420-A94E-4F6F-9800-130DA2E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Cut it to ten words or fewer.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94807B-D6A7-4726-AD53-F9153CA42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F7D37B-9F1A-4780-8F35-2DF5C9E9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5C8C80-8809-46CC-9750-C17A4BBC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Put it next to the value proposition from your paper. If they disagree, the message is wrong, not the paper.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5269E5-72EC-41FA-98DC-C2A260966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AD9FCB-90D4-48CB-8709-5299E52C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A brand is the distinctive identity that sets a business apart, and consistency is what builds it. (Investopedia)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870DD3-3450-4792-9C61-DA58E9A5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9174EB-A95A-4632-BA79-8C51AB12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78C844-F24E-484D-9219-5B91FD4D5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ten-word message that matches the business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49B775-87DF-4F37-ADDA-A4DFE808E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Your ad has to sound like the business it is for, not like you.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A3852D-46D6-4F14-A406-8D959D2C4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ABE048-4A66-4314-A1EA-578D3AEC5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Investopedia, Brand and Brand Identity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DC8500-1490-48FB-A900-9375E5497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9937662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BE67A6-8580-4EEB-87E5-DC360D062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A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1272B2-E7C5-4F66-9FAA-40E64C5DE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4 OF 5 · THREE-SECOND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A845A4-722C-41D7-8F61-D0F345DAF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93085C-EBD6-49A4-9AC2-92F409DBE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6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662B7B-D347-49D2-87A1-9B4C7AAD6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Show a partner your layout for three seconds.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F999B5-52F7-4826-A86B-CA987D80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FD2657-7ECD-49DD-96C4-4EAAA28B6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E21893-A46A-461E-B8EF-47EE5B63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Sketch the ad on paper. One thing should be biggest.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9DB03B-A541-4012-B1D0-26BBB3674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BE3F07-7048-4276-A219-F95C5642E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DF98C1-2CE3-46CB-91DA-709F7CA8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Show a partner for three seconds, then hide it.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0249B6-C22C-455B-8D45-8F57A61C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7E8815-307E-45EE-BB11-4F8127CC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319E2B-3535-46B0-BB3D-7C21CE52D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They say what they saw and what they think you want them to do. Fix whatever they missed.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C12E6A-572A-44DE-8F71-E65A038F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105D33-60A5-4640-99DE-51F062002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One thing to look at first. If two things compete, the reader picks neither.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991285-9D75-49C6-BB87-122B76ED5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E0DEB4-8B44-41F4-9D09-E66C3299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523FB9-36B8-43E2-BE65-5FD46755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layout that survived a real reader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8C6D68-3447-4FB7-A025-71AB3F61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Do this on paper before you open any design tool.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99E1CB-A8B6-4F15-8966-FC0F6E01B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D9A606-6965-4C8B-917C-489D5E82D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Sources: Investopedia, Marketing and Brand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D4CBBB-47E2-4325-A27B-F128F776F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330558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88809C-1531-4005-A3FD-B2E283B38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EB7505-0BF5-4055-B1DC-3F1E0042C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5 OF 5 · CALL TO ACTION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4513A8-1357-4007-9DD6-A6CBB8615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A3517E-E4B0-4E03-8F75-D5430BE9A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5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5B8D0A-953A-452E-A832-D7DD1DEF1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Name exactly what you want them to do next.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C2CD1E-A57D-48E3-AAF8-5F10691D2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36D826-0368-4DA7-9629-9FBAAAD67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8ED1B2-CF3B-456D-9B8A-B6BB5E19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Write the next step: a time, a place, a link, or an action.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22B89A-9AE2-4169-9509-41F02875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2A1CDD-CB22-4AA6-945D-98704445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6C00B6-B459-48BA-95A6-93823918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Banned: visit us today, check us out, learn more.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DA5463-3115-481A-8C36-4DBB12DC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F5ED9D-6FD4-4516-9041-1C942AF8F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53AB64-1F19-43BC-882C-722C4D4D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Ask your partner: could you actually do this thing tomorrow?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6E2F47-0634-4F40-A741-E78B5DA9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31B411-F0DF-4BE8-976F-ED77D3C3C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An ad with no specific next step is a poster. Promotion is supposed to move someone. (Investopedia)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40922B-5CD5-4824-A907-0DEA7AA09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2037F9-ACCE-4503-81CB-A565CD7E4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D7F8AE-D4E7-4712-A924-1DA91B20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One call to action a person could act 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BDA5E3-50A8-43BF-AF88-C40EF547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This is the line the business partner will react to first.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91D8C1-3FF2-4D16-8448-291464AA2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E39FBD-5268-48B8-9DB0-D7A74BAA7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Investopedia, The 4 Ps of Marketing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AD5BF8-2E09-47A4-BFF4-9F00B1D7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909934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245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B58EED-4DD5-46B4-BA82-C429B956A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THE BUILD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58E594-2412-4D5B-83F9-2D15BA06B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Make the ad and write the reasoning.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B6EDB1-3FE9-49F7-9B9C-5B58C15E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91440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6C9F3B-F15C-46ED-B1C5-A503C41F5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02870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20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C59522-6120-412F-8352-828A1F7C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F16D1D-A767-47D2-B8AE-27216467C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98120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Pick a template and drop in your four decisions.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522A2-95E7-41BA-AD8B-726D51036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6702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C721D1-0AC1-44C9-9C85-0C5713E9B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47975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Cut anything that is not doing a job.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D36D03-7A8A-4D16-BFE3-8227BD4D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3380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A75084-001E-4BFF-B061-01A28C5C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1475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Score your own ad out of eight on the four decisions.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670F60-BC9A-40FB-ACAE-683CA4AA8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00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44EADD-F545-46DF-820E-940B42A03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81525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Write three sentences: audience, message, call to action.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DE5108-7C42-491E-8115-EAD106631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33575"/>
            <a:ext cx="2190750" cy="34290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600021-E90A-452D-BCA5-E8D4C4DF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38375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DELIVERABLE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D1A287-8D38-4FEF-84B9-5A043BD5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819400"/>
            <a:ext cx="1714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One ad</a:t>
            </a:r>
          </a:p>
          <a:p xmlns:a="http://schemas.openxmlformats.org/drawingml/2006/main">
            <a:pPr algn="ctr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plus your</a:t>
            </a:r>
          </a:p>
          <a:p xmlns:a="http://schemas.openxmlformats.org/drawingml/2006/main">
            <a:pPr algn="ctr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reasoning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363B83-2ECA-479E-B6EC-5290767C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457700"/>
            <a:ext cx="1714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The reasoning is what goes to the business.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F9AF76-3AFF-4AE6-9367-752FEA311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7E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5D3008-82A9-499C-8564-60D460EE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Career Canvas Meeting 5 build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BF3935-A735-45B6-9054-0B18F9DB8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7891727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B52590-71C1-4233-8B9E-68699544F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BEFORE YOU LEAVE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40F327-A22F-468A-8929-11C427529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Send it to the business with one specific question attached.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0ECFA8-5B6D-418B-9603-1EA997AE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953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F6CBB4-FA79-4C70-A3AE-7D78388D1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EXIT TICKET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6E5DD3-0065-4ABA-8157-9D8D79FB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Who is this ad for?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2F5C1D-4644-4EDE-B147-10DA79C3E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004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What do you want them to do?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801535-7974-4A8B-83D9-6CB442ECD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4340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What would you test first?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CBD7CB-8CC2-4705-8BFD-93DE3B36B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00250"/>
            <a:ext cx="4905375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ED7D57-BB79-4772-8671-377A100A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8125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NEXT MEETING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E5B3D9-C440-4335-85BE-F5DF930B2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575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Build your quiz app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57D25F-CC35-45CA-A6F6-F0491A1BA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76650"/>
            <a:ext cx="3905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Turn what you learned about this business and its industry into a quiz other students can play.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085945-18D1-4452-9677-8EB22CD8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3F3C87-1003-42DB-BA77-F36DA534E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Career Canvas Meeting 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A3B70D-6CED-45F6-ADA5-ADC82424B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8474174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EF7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6B3A03-1872-48E8-8490-2FDC7DB8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SOURCE LIBRARY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CF3981-E7DB-4E93-87E4-EAD1B3E4E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Research used in this meeting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90C1DE-2EBC-4E35-BE16-E5E79638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All links were accessed September 21, 2026.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F974BF-D972-496E-A2D1-6EAC38766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DEB42E-58B0-4B12-BFAB-E2489C2CF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The 4 Ps of Marketing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B26EF7-2FF7-45A2-B44E-09875B86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investopedia.com/terms/f/four-ps.asp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9F6510-F3F8-4327-B48F-D6BE5D37E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09D7E4-2843-4C55-ACA5-91FAE08E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242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Marketing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6D4D01-F5A4-41C8-9C61-B0ED7514E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investopedia.com/terms/m/marketing.asp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21AD4C-3193-4806-968B-E9D44771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CB7FB4-26C3-4FDA-9DF7-81B8A95BE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957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Digital Marketing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EA59A5-9AC5-4905-B999-AB25B036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investopedia.com/terms/d/digital-marketing.asp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2C94B4-E271-4209-BE94-49DC3ED70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955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6C0D46-2A8A-4EC3-84DE-38D14545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526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Target Market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BB6F5F-31FB-4548-BC15-5617EF5A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6670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investopedia.com/terms/t/target-market.asp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B1761B-099B-4785-9B42-6BE1256A2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67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293F27-7422-4E91-87A8-CF67E2158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3242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Brand and Brand Identity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7BA976-3999-4936-B357-0621F648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investopedia.com/terms/b/brand.asp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77CCE6-7626-4F76-803A-2DD3273B5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DE106B-001C-4971-A9FC-4EF96FDFD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957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Value Proposition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138E9D-A58B-4F88-AA8F-040BA772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101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investopedia.com/terms/v/valueproposition.asp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E78A48-F687-4541-8E2C-526C0900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E8BA86-0C9A-41CA-BD0B-265C2689C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Full URLs are also stored in the speaker notes of the slides that use them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76499-8D62-465C-92FE-C2136CF56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651906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2026-09-21T17:14:30.0950000Z</dcterms:created>
  <dcterms:modified xsi:type="dcterms:W3CDTF">2026-09-21T17:14:30.0950000Z</dcterms:modified>
</coreProperties>
</file>