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323b477bdd4c20" /><Relationship Type="http://schemas.openxmlformats.org/officeDocument/2006/relationships/extended-properties" Target="/docProps/app.xml" Id="R6342a803eaa94535" /><Relationship Type="http://schemas.openxmlformats.org/officeDocument/2006/relationships/officeDocument" Target="/ppt/presentation.xml" Id="Rfb3e2453de0348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d52fde5a124f3d"/>
  </p:sldMasterIdLst>
  <p:notesMasterIdLst>
    <p:notesMasterId xmlns:r="http://schemas.openxmlformats.org/officeDocument/2006/relationships" r:id="R74fcbc8087c249fe"/>
  </p:notesMasterIdLst>
  <p:sldIdLst>
    <p:sldId xmlns:r="http://schemas.openxmlformats.org/officeDocument/2006/relationships" id="256" r:id="R6985d2fb0b0e4ea2"/>
    <p:sldId xmlns:r="http://schemas.openxmlformats.org/officeDocument/2006/relationships" id="257" r:id="R5edc61f6c81b4036"/>
    <p:sldId xmlns:r="http://schemas.openxmlformats.org/officeDocument/2006/relationships" id="258" r:id="Re3c47b3bfc0c4150"/>
    <p:sldId xmlns:r="http://schemas.openxmlformats.org/officeDocument/2006/relationships" id="259" r:id="R1c44090c82af4431"/>
    <p:sldId xmlns:r="http://schemas.openxmlformats.org/officeDocument/2006/relationships" id="260" r:id="R7b038387670f4fc3"/>
    <p:sldId xmlns:r="http://schemas.openxmlformats.org/officeDocument/2006/relationships" id="261" r:id="Re9d1dc016869492f"/>
    <p:sldId xmlns:r="http://schemas.openxmlformats.org/officeDocument/2006/relationships" id="262" r:id="R971c20dfb0ca48e6"/>
    <p:sldId xmlns:r="http://schemas.openxmlformats.org/officeDocument/2006/relationships" id="263" r:id="R6b0e64c9bdd64757"/>
    <p:sldId xmlns:r="http://schemas.openxmlformats.org/officeDocument/2006/relationships" id="264" r:id="R37c76976213b45c1"/>
    <p:sldId xmlns:r="http://schemas.openxmlformats.org/officeDocument/2006/relationships" id="265" r:id="R99d17a121533491b"/>
    <p:sldId xmlns:r="http://schemas.openxmlformats.org/officeDocument/2006/relationships" id="266" r:id="R6ec837b844144a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6042221cc409d" /><Relationship Type="http://schemas.openxmlformats.org/officeDocument/2006/relationships/slideMaster" Target="/ppt/slideMasters/slideMaster1.xml" Id="R9fd52fde5a124f3d" /><Relationship Type="http://schemas.openxmlformats.org/officeDocument/2006/relationships/notesMaster" Target="/ppt/notesMasters/notesMaster1.xml" Id="R74fcbc8087c249fe" /><Relationship Type="http://schemas.openxmlformats.org/officeDocument/2006/relationships/presProps" Target="/ppt/presProps.xml" Id="R171d226c51f14200" /><Relationship Type="http://schemas.openxmlformats.org/officeDocument/2006/relationships/tableStyles" Target="/ppt/tableStyles.xml" Id="R320897bdd59a4c8b" /><Relationship Type="http://schemas.openxmlformats.org/officeDocument/2006/relationships/slide" Target="/ppt/slides/slide1.xml" Id="R6985d2fb0b0e4ea2" /><Relationship Type="http://schemas.openxmlformats.org/officeDocument/2006/relationships/slide" Target="/ppt/slides/slide2.xml" Id="R5edc61f6c81b4036" /><Relationship Type="http://schemas.openxmlformats.org/officeDocument/2006/relationships/slide" Target="/ppt/slides/slide3.xml" Id="Re3c47b3bfc0c4150" /><Relationship Type="http://schemas.openxmlformats.org/officeDocument/2006/relationships/slide" Target="/ppt/slides/slide4.xml" Id="R1c44090c82af4431" /><Relationship Type="http://schemas.openxmlformats.org/officeDocument/2006/relationships/slide" Target="/ppt/slides/slide5.xml" Id="R7b038387670f4fc3" /><Relationship Type="http://schemas.openxmlformats.org/officeDocument/2006/relationships/slide" Target="/ppt/slides/slide6.xml" Id="Re9d1dc016869492f" /><Relationship Type="http://schemas.openxmlformats.org/officeDocument/2006/relationships/slide" Target="/ppt/slides/slide7.xml" Id="R971c20dfb0ca48e6" /><Relationship Type="http://schemas.openxmlformats.org/officeDocument/2006/relationships/slide" Target="/ppt/slides/slide8.xml" Id="R6b0e64c9bdd64757" /><Relationship Type="http://schemas.openxmlformats.org/officeDocument/2006/relationships/slide" Target="/ppt/slides/slide9.xml" Id="R37c76976213b45c1" /><Relationship Type="http://schemas.openxmlformats.org/officeDocument/2006/relationships/slide" Target="/ppt/slides/slide10.xml" Id="R99d17a121533491b" /><Relationship Type="http://schemas.openxmlformats.org/officeDocument/2006/relationships/slide" Target="/ppt/slides/slide11.xml" Id="R6ec837b84414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d126bfdccf49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a112e2fb844e93" /><Relationship Type="http://schemas.openxmlformats.org/officeDocument/2006/relationships/notesMaster" Target="/ppt/notesMasters/notesMaster1.xml" Id="R27cbe307167443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7f411483c4d24" /><Relationship Type="http://schemas.openxmlformats.org/officeDocument/2006/relationships/notesMaster" Target="/ppt/notesMasters/notesMaster1.xml" Id="R5b5c1474ed454b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ee9666ef644a13" /><Relationship Type="http://schemas.openxmlformats.org/officeDocument/2006/relationships/notesMaster" Target="/ppt/notesMasters/notesMaster1.xml" Id="Rf679881391ae45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4fee93fef47ad" /><Relationship Type="http://schemas.openxmlformats.org/officeDocument/2006/relationships/notesMaster" Target="/ppt/notesMasters/notesMaster1.xml" Id="R0ea08163cf6248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627c4ff4424a1f" /><Relationship Type="http://schemas.openxmlformats.org/officeDocument/2006/relationships/notesMaster" Target="/ppt/notesMasters/notesMaster1.xml" Id="R59bf9d7a358e4d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e3133693eb43e9" /><Relationship Type="http://schemas.openxmlformats.org/officeDocument/2006/relationships/notesMaster" Target="/ppt/notesMasters/notesMaster1.xml" Id="R761e7ee447b046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613cfad9c646e1" /><Relationship Type="http://schemas.openxmlformats.org/officeDocument/2006/relationships/notesMaster" Target="/ppt/notesMasters/notesMaster1.xml" Id="R0e0195203f404e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99ce5a210c4720" /><Relationship Type="http://schemas.openxmlformats.org/officeDocument/2006/relationships/notesMaster" Target="/ppt/notesMasters/notesMaster1.xml" Id="R4a772be876434f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eff74906704008" /><Relationship Type="http://schemas.openxmlformats.org/officeDocument/2006/relationships/notesMaster" Target="/ppt/notesMasters/notesMaster1.xml" Id="R029cd4f63a8243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bfe36891a4903" /><Relationship Type="http://schemas.openxmlformats.org/officeDocument/2006/relationships/notesMaster" Target="/ppt/notesMasters/notesMaster1.xml" Id="R081aa9c432c641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6314a061aa4c49" /><Relationship Type="http://schemas.openxmlformats.org/officeDocument/2006/relationships/notesMaster" Target="/ppt/notesMasters/notesMaster1.xml" Id="R094300c092b642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showing an ad everyone has seen and asking who it was built for. Push past everyone, then go to the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The four Ps were popularized by Neil Borden in the 1950s and refined by E. Jerome McCarthy. Services marketing later added people, process, and physical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https://www.investopedia.com/terms/f/four-ps.asp</a:t>
            </a:r>
          </a:p>
          <a:p xmlns:a="http://schemas.openxmlformats.org/drawingml/2006/main">
            <a:r>
              <a:t>- https://www.investopedia.com/terms/m/marketing.asp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5 minutes scoring in pairs, 3 minutes on the memory test. Put the next slide up while they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https://www.investopedia.com/terms/d/digital-marketing.asp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one they could describe correctly tomorrow. That question does more work than any explanation of design principles.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https://www.investopedia.com/terms/b/brand.asp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who want to switch audiences usually did not finish the target-customer section. Send them back to the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https://www.investopedia.com/terms/t/target-market.asp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student ad that contradicts the real promise is a good teaching moment, not a failure. Surface one if you find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https://www.investopedia.com/terms/b/brand.asp</a:t>
            </a:r>
          </a:p>
          <a:p xmlns:a="http://schemas.openxmlformats.org/drawingml/2006/main">
            <a:r>
              <a:t>- https://www.investopedia.com/terms/v/valueproposition.asp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run it twice, swapping roles. The three-second limit is not negotiable, or it becomes a critique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https://www.investopedia.com/terms/b/brand.asp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banned-phrases rule does most of the work. Keep it visible while they write.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https://www.investopedia.com/terms/f/four-ps.asp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beautiful ad with no reasoning gets weak feedback from partners. Say that before they start designing.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feedback submission happens here. Require a specific question rather than what do you think.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https://www.investopedia.com/terms/f/four-ps.asp</a:t>
            </a:r>
          </a:p>
          <a:p xmlns:a="http://schemas.openxmlformats.org/drawingml/2006/main">
            <a:r>
              <a:t>- https://www.investopedia.com/terms/m/marketing.asp</a:t>
            </a:r>
          </a:p>
          <a:p xmlns:a="http://schemas.openxmlformats.org/drawingml/2006/main">
            <a:r>
              <a:t>- https://www.investopedia.com/terms/d/digital-marketing.asp</a:t>
            </a:r>
          </a:p>
          <a:p xmlns:a="http://schemas.openxmlformats.org/drawingml/2006/main">
            <a:r>
              <a:t>- https://www.investopedia.com/terms/t/target-market.asp</a:t>
            </a:r>
          </a:p>
          <a:p xmlns:a="http://schemas.openxmlformats.org/drawingml/2006/main">
            <a:r>
              <a:t>- https://www.investopedia.com/terms/b/brand.asp</a:t>
            </a:r>
          </a:p>
          <a:p xmlns:a="http://schemas.openxmlformats.org/drawingml/2006/main">
            <a:r>
              <a:t>- https://www.investopedia.com/terms/v/valueproposition.asp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57a79b55d43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ae0e322fe64694" /><Relationship Type="http://schemas.openxmlformats.org/officeDocument/2006/relationships/slideLayout" Target="/ppt/slideLayouts/slideLayout1.xml" Id="R032c1732a2f5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c1732a2f5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c48d6c02b4157" /><Relationship Type="http://schemas.openxmlformats.org/officeDocument/2006/relationships/notesSlide" Target="/ppt/notesSlides/notesSlide1.xml" Id="R6968f0683e1942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3016d27444c56" /><Relationship Type="http://schemas.openxmlformats.org/officeDocument/2006/relationships/notesSlide" Target="/ppt/notesSlides/notesSlide2.xml" Id="R9555d9d30b274a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2ce84497d4e58" /><Relationship Type="http://schemas.openxmlformats.org/officeDocument/2006/relationships/notesSlide" Target="/ppt/notesSlides/notesSlide3.xml" Id="Ra425f32868f64e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a2e73dd064d86" /><Relationship Type="http://schemas.openxmlformats.org/officeDocument/2006/relationships/notesSlide" Target="/ppt/notesSlides/notesSlide4.xml" Id="R7dd22e0f0e834d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6d8f5482406e" /><Relationship Type="http://schemas.openxmlformats.org/officeDocument/2006/relationships/notesSlide" Target="/ppt/notesSlides/notesSlide5.xml" Id="R5c7138de733248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4d0289f164266" /><Relationship Type="http://schemas.openxmlformats.org/officeDocument/2006/relationships/notesSlide" Target="/ppt/notesSlides/notesSlide6.xml" Id="R2a7cfb1d9b3949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469daf80e423a" /><Relationship Type="http://schemas.openxmlformats.org/officeDocument/2006/relationships/notesSlide" Target="/ppt/notesSlides/notesSlide7.xml" Id="R25100586c83740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aaee19d4d45f4" /><Relationship Type="http://schemas.openxmlformats.org/officeDocument/2006/relationships/notesSlide" Target="/ppt/notesSlides/notesSlide8.xml" Id="Rc2debd4bdfb94f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bc5b326bf457c" /><Relationship Type="http://schemas.openxmlformats.org/officeDocument/2006/relationships/notesSlide" Target="/ppt/notesSlides/notesSlide9.xml" Id="R1a403e86ea0044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10a99db734045" /><Relationship Type="http://schemas.openxmlformats.org/officeDocument/2006/relationships/notesSlide" Target="/ppt/notesSlides/notesSlide10.xml" Id="R7acaf355d9ab45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ea952da424ec5" /><Relationship Type="http://schemas.openxmlformats.org/officeDocument/2006/relationships/notesSlide" Target="/ppt/notesSlides/notesSlide11.xml" Id="R22e4f244e5f844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62C56-E650-42CC-9FD3-74FE98DB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5D742-3D08-46D6-90A3-ECD8045F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381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0A3CA-55FE-40BD-BF60-088305D7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MEETING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B2F3B-FC45-4C09-92BA-4E28D391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57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16C2C-AF0E-484A-AA11-BA44B98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657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Create for a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real audience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3E7E4-F165-4EC1-AC50-DEAFB4C8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D8A22-1BAA-41D1-B90E-49312A70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00D92-3F71-4664-999E-CC21CA6A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Create for a</a:t>
            </a:r>
          </a:p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real 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DA7CB-7026-40F7-9F10-E0AFE4E0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Four decisions, five rounds, one ad the business will actually 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9C454-1B07-4A50-8F4F-9C0974FD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Meeting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86C50-E1B0-4AD6-8237-398DA180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</p:spTree>
    <p:extLst>
      <p:ext uri="{BB962C8B-B14F-4D97-AF65-F5344CB8AC3E}">
        <p14:creationId xmlns:p14="http://schemas.microsoft.com/office/powerpoint/2010/main" val="1635529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8FB50-5435-40FA-890A-F94AE7A2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BAB6F-DAD5-44C6-85BF-B3EA221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 ad is the promotion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D66E0-7F0F-40E8-BFC0-89A82AB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FDF3F-223C-4078-9DBB-86FC858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Product, price, place, promotion. Your ad is the fourth one, and it only works if the other three are true.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BB9E1-976D-42B4-90AB-5FF91A5E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3D5A6-CF44-4232-8984-1427A4F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Advertising a nine-dollar sandwich as a bargain fails no matter how good the design 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C3466-D415-4C8B-B469-8291E791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5A707-B5B4-43D8-A95B-FF37702C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Source: Investopedia, The 4 Ps of 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81239-20DF-451C-B67F-6CF3F82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0050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5BB5E-2C73-4661-98EE-0FC6052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F1CAE-356F-40BA-AAAA-205C7DC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1 OF 5 · TEARDOWN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8B50F-01EA-4114-80D6-EFAB8CA6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E3740-197E-4536-BC58-4BDA77E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C6412-686A-4239-B6B9-F2831066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Judge two real ads before you make your 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6077E-874C-463E-8836-98017C4B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79CF8-2B88-4584-AEDF-549E621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D7939-D66F-4A63-832A-DE0B27CF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For each ad on the next slide, name the audience, the message, the first thing you look at, and the next step.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9394D-5743-46EC-AB4F-574A8899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C4313-A9D1-414D-8DE9-783D82A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41A04-4881-4292-86A7-051274B5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Score each of the four out of two. Eight is a perfect 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A7178-1F45-431B-A298-5BF04DE1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631D3-E9EE-4047-8ECE-53CDA71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6AFDB-971E-447C-8A29-60256392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Cover them up. Describe one from memory. That is the real 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EFB5A-2BFF-4A00-950A-14E40085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AD8A7-9E92-46BF-BB3C-415B8685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Digital channels let you target a specific audience and measure the result, so the audience decision comes first.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0C03F-0BBE-423D-8D7B-FE7E6BBF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2BE78-AF3C-447E-BDDE-CDFBB56E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95243-0373-42F6-B917-5F6A0DC3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scoring habit you will use on your own 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F50BB-1B11-4CFA-A588-626AFBED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Everything you just criticized, you are about to be asked to 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7DE14-17C3-4F8D-B31E-925F8A51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73C93-3E08-484C-9E5D-FFDD4A6A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Marketing and Digital Marketing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CA278-C87A-4807-8425-167A0C42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3239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EA802-82CD-4E58-A1A2-FAE19C23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1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40CB2-BF5F-485F-BCC9-10E1EF5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Two ads for the same bakery.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1E887-CADC-418E-B9D0-D865257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Score each on audience, message, visual, and call to action. Do not score them on which looks nicer.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105A6-8BBD-4768-A389-519B17B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05375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F5F3D-97C8-45B1-865C-C60BCE2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05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A2450-310B-4783-A025-C7F1589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9BA80-F95A-4431-BE96-C17C864B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322BF-E5DD-4C44-A458-6337E93B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Audience: parents doing school pickup nearby.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48CAB-603E-47A5-AD3C-258DD256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BCF62-B384-4C25-A3FD-FA0B07F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Message: fresh bread ready at 3 p.m.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B2C34-D5BD-428E-BCA9-F6E4A858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20C9B-C7DB-455E-AF34-7D5273F6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Visual: one photo, readable from across a street.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98B34-91F6-4C86-BC2A-01855932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AE7D9-D0E0-4F89-9AE1-FE312D76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Call to action: a time and a street name.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825E9-14A6-431E-984B-60DC06AD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4905375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D9724-875F-4CBD-8AE2-D7C725F9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4905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D0B53-3078-4D2E-919F-C1D5416E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71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38C84-2603-4C5E-8F2F-7D43CA3F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012F3-5832-4E17-BCBA-3EF551B5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384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Audience: anyone who likes food.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008CD-E3F6-44FC-BF44-90C8ED62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3FCD2-45E6-473C-B6EB-4DE36D49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43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Message: quality baked goods since 1998.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93D3F-3C03-4044-A573-E0A8F4C4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85DAB-0186-4E15-B0E6-E99B026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481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Visual: six photos and three fonts.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69888-AC81-489B-8E9B-F66EB25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B7B2A-17DC-4A4D-A086-D5B9379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53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Call to action: none, or visit us today.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A34A0-B166-4AB3-A2D9-0AF1CDBB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BE87C-0B6C-4C3A-A8E2-DEF47CDD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Marketing and Brand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5CEAD-E831-479B-A459-8BC193FC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4346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6EE77-5CB5-4FDB-A385-68C5C33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78BB9-32E2-463F-B853-C70735B2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2 OF 5 · AUDIENCE 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54096-A4C1-41FD-9DF7-2A66276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62FBC-A114-426C-B0FD-73F29CC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9FB81-A28A-4759-87F3-19BC2376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your audience in one sentence, from your own paper.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F164D-07F4-434C-B2E5-51886469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A2431-60CB-4F65-8F01-69735530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A328A-C66C-4414-9D8B-508F39A5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Open the target-customer section you wrote in Meeting 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F734E-AAC3-445F-B67B-9CE40B01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322A6-7D25-4ADF-9463-0B866EDD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9F5A1-77CF-4105-A0F5-ED9C0245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Write: age or role, where they are, and what they care about.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E9B0F-A380-4DAD-8665-8C2CBA02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9CA18-5923-48AD-B4B1-378DA87B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F62B7-37EE-44D6-BFB8-82EBDEE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Read it to a partner. If it fits them and their grandmother, narrow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5AA1B-E608-488B-A717-3C62D078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13858-A8EA-4994-BE40-200B0FA8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target market is a slice of consumers with shared characteristics, not the general public.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D8D23-28CB-451A-8B93-D4E7B55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D042C-029D-40AA-A571-C7D893DE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3C033-ADB0-4CED-99A6-AF7BBFBD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audience line for your 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6CFC9-9B8E-4335-B40E-091973F7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Do not invent a new audience here. Use the one you researched.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6021E-7F76-4CD6-81AE-1F4497F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39C07-B02F-47B3-810D-0A95AD5A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Target Market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2D8F2-8122-4161-BE65-5A6A5033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9771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2F0D9-194A-4A64-B05F-72F148AF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51C1C-C284-48DA-88E3-D216A998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3 OF 5 · MESSAGE CUT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264DA-099A-4F02-A62A-41575381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CE8DC-0A56-474A-BDE3-F44DF1F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B43C-6246-4A6C-B719-D5C225B3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Get it to ten words and check it against the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5B675-CD74-413C-BBA8-E16D2FD7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598B-CE6E-41BB-961B-78BCC9E7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CD271-7EB5-4EB7-97F4-4C39A66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what the audience must understand. Any length.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82792-F03A-4FCB-BC0D-2E11DAA8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A6C20-6A61-4994-986A-6A7CD625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22A68-B3E9-4748-AEB5-61C5015D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Cut it to ten words or fewer.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5C10F-FEFA-49D3-A154-B0E877B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498CA-C919-4D81-936B-B8B05825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60233-7783-48AA-844D-3959CE0D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Put it next to the value proposition from your paper. If they disagree, the message is wrong, not the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7F537-70C6-496C-95CB-A67D7CBD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8A8EE-A1AB-40AF-A301-792F1B7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brand is the distinctive identity that sets a business apart, and consistency is what builds it.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AFD16-ACB5-4027-ACA9-4E45FD81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8285E-E068-40A9-8881-7F208452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26BDB-73D4-48C1-84A2-898D03A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ten-word message that matches the business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A8165-B77F-4BBF-883D-1BF5114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Your ad has to sound like the business it is for, not like you.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EAC65-DEC2-4239-B205-20F3DD0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87381-FAE9-4694-9D81-8B20BD82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Brand and Brand 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BEC50-0E51-4F43-9B9B-A8CD0C3A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5778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FB328A-93E0-4501-914B-5E877665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4A3B0-C612-49A5-B126-82775E20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4 OF 5 · THREE-SECOND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E0FD2-E049-4654-8AA8-12618933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D1C42-7D18-4310-9A14-D16AAA07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0D1AD-C4B8-45FB-BEBA-2DC73844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Show a partner your layout for three seconds.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F48B0-1E53-4597-8BBC-71AF5C58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F8537-D10C-4A39-87FE-8772BD5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89CBA-D1A2-4D38-A4E3-9AA0FAD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Sketch the ad on paper. One thing should be biggest.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C9451-E789-42B1-BD48-7F42C569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AC63C-FDB9-4C43-B153-727D4B47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38AC2-D692-4864-9FD2-8FC99D86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Show a partner for three seconds, then hide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BC323-AF4C-496E-9DAD-050B3570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06D01-7617-4D55-A6A1-78BB1EA8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7A358-F057-400A-8C24-87B9E0FA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They say what they saw and what they think you want them to do. Fix whatever they missed.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FE02F-4537-4D79-9460-EF100AB2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F136B-7D7F-43F5-ACDF-93350EC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thing to look at first. If two things compete, the reader picks neither.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018ED-8A6B-4F68-B2D3-2260191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FD961-CE3C-4D1F-A294-3DBE1711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04829-CCE9-46E4-94E2-D6A11262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layout that survived a real reader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3D3A8-15CF-441D-9692-5001EEA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Do this on paper before you open any design tool.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E4BD2-BA51-42BD-8C81-E562100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A252B-A901-4171-A478-C3C5AD4E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Sources: Investopedia, Marketing and Brand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04587-C835-45FD-8755-AE3B5DDE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5444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A2E57-81DF-4562-9CAA-5F14FD9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8BDFF-E179-44DC-95E1-787F2DE4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5 OF 5 · CALL 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B0DE-0547-4F65-A9CD-D97ADF2F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EDCB4-21A8-4122-BB76-9D8E6132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D4379-33E4-4AA9-8E75-85A7113E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Name exactly what you want them to do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D06E2-EF83-4ADF-8113-AFB55487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1FC5F-F1A7-4308-86CC-15986AEA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59432-21DF-46C1-80CA-B2BDD407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the next step: a time, a place, a link, or an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CCCA6-D535-4585-B30B-91E013CE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36F8B-682D-4C57-8368-6AB8B4B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CB18C-63D2-4E3C-B0EF-85357E6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Banned: visit us today, check us out, learn more.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C0734-A4AA-427F-854A-A0D8BD12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89B25-D89A-437D-AA4F-E85579C6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DE8C9-D057-44F1-9D35-9758F503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Ask your partner: could you actually do this thing tomorrow?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90FCE-A5DF-435E-8D17-3E22C488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8A473-661D-42B1-BA3D-6E1F8BF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 ad with no specific next step is a poster. Promotion is supposed to move someone.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000C0-0E78-4501-8F0E-4EB4B7DA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A97BC-3FA2-4D5C-A835-FF2393BD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700BC-E988-4D45-A2A9-F2B15C6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call to action a person could act 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245F1-4840-4C6A-A646-0B2AB4B2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This is the line the business partner will react to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D7A6B-D0CE-4CC1-A33C-EB02E90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13561-7EB3-4743-ABF0-A8F000DD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The 4 Ps of Marketing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EFBDE-8EF2-4CD3-8809-6C1EC6F9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4551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ACEB7-5E40-4A62-AB98-5D7E4320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9637D-7B22-4A2A-A95A-CD41C03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 the ad and write the reasoning.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823FB-39D3-464D-ABAE-8C9C498D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1440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FF9F6-4479-4C71-89D6-49BBD84E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20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02F5C-8F9F-4D9F-B557-DF1F4259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4F4B0-9B99-4A5D-8B3F-9929ADC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Pick a template and drop in your four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87F91-B830-4F7A-89FD-36B18A6B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940D1-C601-4C3A-9053-5374779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Cut anything that is not doing a job.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86B3B-9A94-4539-B69A-54DBB367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5724A-D2F8-4381-8B15-FDE6B9A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Score your own ad out of eight on the four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B8C16-3A81-4419-A2DA-F641C65C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3FEF0-0288-41FC-A997-F1D53EC6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 three sentences: audience, message, call to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9CDB4-2A9D-436A-8E0C-3319821A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2190750" cy="34290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7F561-07DB-4A19-9C44-B952A8B9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9A68D-2AD2-4D70-B4F2-DAEB3395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One ad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plus your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23697-F1C0-4937-AC44-B71EF52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577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reasoning is what goes to the business.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48BAB-A07F-4F55-864C-368D2BE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77D9C-FC5A-413B-BB8E-DE5887B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5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6E266-C15A-4E25-AAB5-2373A70B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6155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2E7A5-AD37-40EA-92BF-8F7FE216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031C6-3F01-40CF-B957-D6142F84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Send it to the business with one specific question attached.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1150C-5C5F-4033-934F-BDB60D9E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E518E-01BC-49AB-BB62-B5DE2A0D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7D5AE-0900-4400-B8DD-944B1008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Who is this ad for?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938AB-4C84-4E94-B930-60C54CB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do you want them to 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C1591-4995-4B5E-80AF-9C572530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would you test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70B50-2FDB-4B3B-9FE1-4CA7BFA5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905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DA104-A737-4929-B871-0096787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5187D-F350-4883-BB5E-B484FB4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Build your quiz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2D09A-66ED-44B2-A04F-4815FB76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Turn what you learned about this business and its industry into a quiz other students can 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7EC76-5A1D-4ABF-AA92-D7B6222C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34C2C-C10D-404F-A473-B4B37FA7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CCB40-3FE1-4CA0-8F9D-6109C91A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56930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1CF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82D39-51D3-492D-B481-004E0D77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3CE08-E531-4E5A-AF19-5AFA4678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C5124-9728-434F-8692-40929CF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30D73-F071-44A4-99FE-6A29C6A9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54458-627B-4D49-86D0-8CDBD3A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4 Ps of Marketing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4D83F-38DE-41FD-A44D-45FB024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investopedia.com/terms/f/four-ps.asp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F422B-6004-49AF-882F-74BFDF94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B398D-CFEB-4E06-AB3D-E527427E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4B3B2-AB57-4F3E-BAED-61EBA62E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investopedia.com/terms/m/marketing.asp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1A462-B8DB-462D-91D1-5A98F706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FACF7-D74D-4429-8A8B-836E1B87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Digital 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8E698-A415-434B-BD19-4245FA8E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investopedia.com/terms/d/digital-marketing.asp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403FB-ED7C-4ADE-800F-666DD7C0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7E65A-471D-45EE-8ED7-7C899A3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Target Market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5454F-CA7E-40B5-85CD-BA7CF240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investopedia.com/terms/t/target-market.asp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CC8E3-4E75-4A23-B058-C0E058E7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B6A36-0985-4EEA-AC9D-34EE4E2C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Brand and Brand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48657-0809-48F4-A9F6-CFDC6FDB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investopedia.com/terms/b/brand.asp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3DCC7-CCC2-48A5-B9C2-97AFB77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FA5B9-A4B3-48B9-8C20-80AECF82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Value Proposition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BEA82-8B71-47C5-936C-4CBD8A9C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investopedia.com/terms/v/valueproposition.asp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063A2-FFDE-4258-88F2-0D4D7C58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8D8CA-C352-40B2-9DE2-EE2573F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A1895-B5D5-4E2D-9EEA-FDC7945C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9050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2026-09-21T19:22:47.5470000Z</dcterms:created>
  <dcterms:modified xsi:type="dcterms:W3CDTF">2026-09-21T19:22:47.5470000Z</dcterms:modified>
</coreProperties>
</file>