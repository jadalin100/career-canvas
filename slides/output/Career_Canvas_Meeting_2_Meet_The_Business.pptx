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d8ea6dbb2f4159" /><Relationship Type="http://schemas.openxmlformats.org/officeDocument/2006/relationships/extended-properties" Target="/docProps/app.xml" Id="R91a8123e545743f5" /><Relationship Type="http://schemas.openxmlformats.org/officeDocument/2006/relationships/officeDocument" Target="/ppt/presentation.xml" Id="R8103442df3e24e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35068da5fa46fb"/>
  </p:sldMasterIdLst>
  <p:notesMasterIdLst>
    <p:notesMasterId xmlns:r="http://schemas.openxmlformats.org/officeDocument/2006/relationships" r:id="Rac21ac0701a849fd"/>
  </p:notesMasterIdLst>
  <p:sldIdLst>
    <p:sldId xmlns:r="http://schemas.openxmlformats.org/officeDocument/2006/relationships" id="256" r:id="R04cc9aacc93f4d9b"/>
    <p:sldId xmlns:r="http://schemas.openxmlformats.org/officeDocument/2006/relationships" id="257" r:id="R31467e2e8b8d40ba"/>
    <p:sldId xmlns:r="http://schemas.openxmlformats.org/officeDocument/2006/relationships" id="258" r:id="Rc726f6b7938440f2"/>
    <p:sldId xmlns:r="http://schemas.openxmlformats.org/officeDocument/2006/relationships" id="259" r:id="R9b026b9b6e114d65"/>
    <p:sldId xmlns:r="http://schemas.openxmlformats.org/officeDocument/2006/relationships" id="260" r:id="R5db05f85c97f49a3"/>
    <p:sldId xmlns:r="http://schemas.openxmlformats.org/officeDocument/2006/relationships" id="261" r:id="Ra384a2660a2641d9"/>
    <p:sldId xmlns:r="http://schemas.openxmlformats.org/officeDocument/2006/relationships" id="262" r:id="R908fce45ea034d5f"/>
    <p:sldId xmlns:r="http://schemas.openxmlformats.org/officeDocument/2006/relationships" id="263" r:id="R526e98adf8604f5f"/>
    <p:sldId xmlns:r="http://schemas.openxmlformats.org/officeDocument/2006/relationships" id="264" r:id="R263b93bf670b4c04"/>
    <p:sldId xmlns:r="http://schemas.openxmlformats.org/officeDocument/2006/relationships" id="265" r:id="R49995495babe411f"/>
    <p:sldId xmlns:r="http://schemas.openxmlformats.org/officeDocument/2006/relationships" id="266" r:id="R15393c13d7db47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60fb98199447f0" /><Relationship Type="http://schemas.openxmlformats.org/officeDocument/2006/relationships/slideMaster" Target="/ppt/slideMasters/slideMaster1.xml" Id="R8635068da5fa46fb" /><Relationship Type="http://schemas.openxmlformats.org/officeDocument/2006/relationships/notesMaster" Target="/ppt/notesMasters/notesMaster1.xml" Id="Rac21ac0701a849fd" /><Relationship Type="http://schemas.openxmlformats.org/officeDocument/2006/relationships/presProps" Target="/ppt/presProps.xml" Id="R68de70ec3a0e4b95" /><Relationship Type="http://schemas.openxmlformats.org/officeDocument/2006/relationships/tableStyles" Target="/ppt/tableStyles.xml" Id="R991f69f8f7734ebb" /><Relationship Type="http://schemas.openxmlformats.org/officeDocument/2006/relationships/slide" Target="/ppt/slides/slide1.xml" Id="R04cc9aacc93f4d9b" /><Relationship Type="http://schemas.openxmlformats.org/officeDocument/2006/relationships/slide" Target="/ppt/slides/slide2.xml" Id="R31467e2e8b8d40ba" /><Relationship Type="http://schemas.openxmlformats.org/officeDocument/2006/relationships/slide" Target="/ppt/slides/slide3.xml" Id="Rc726f6b7938440f2" /><Relationship Type="http://schemas.openxmlformats.org/officeDocument/2006/relationships/slide" Target="/ppt/slides/slide4.xml" Id="R9b026b9b6e114d65" /><Relationship Type="http://schemas.openxmlformats.org/officeDocument/2006/relationships/slide" Target="/ppt/slides/slide5.xml" Id="R5db05f85c97f49a3" /><Relationship Type="http://schemas.openxmlformats.org/officeDocument/2006/relationships/slide" Target="/ppt/slides/slide6.xml" Id="Ra384a2660a2641d9" /><Relationship Type="http://schemas.openxmlformats.org/officeDocument/2006/relationships/slide" Target="/ppt/slides/slide7.xml" Id="R908fce45ea034d5f" /><Relationship Type="http://schemas.openxmlformats.org/officeDocument/2006/relationships/slide" Target="/ppt/slides/slide8.xml" Id="R526e98adf8604f5f" /><Relationship Type="http://schemas.openxmlformats.org/officeDocument/2006/relationships/slide" Target="/ppt/slides/slide9.xml" Id="R263b93bf670b4c04" /><Relationship Type="http://schemas.openxmlformats.org/officeDocument/2006/relationships/slide" Target="/ppt/slides/slide10.xml" Id="R49995495babe411f" /><Relationship Type="http://schemas.openxmlformats.org/officeDocument/2006/relationships/slide" Target="/ppt/slides/slide11.xml" Id="R15393c13d7db47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8fae115305245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12f45776bb4635" /><Relationship Type="http://schemas.openxmlformats.org/officeDocument/2006/relationships/notesMaster" Target="/ppt/notesMasters/notesMaster1.xml" Id="Rf9b3a626c0f449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febc77496d4c3c" /><Relationship Type="http://schemas.openxmlformats.org/officeDocument/2006/relationships/notesMaster" Target="/ppt/notesMasters/notesMaster1.xml" Id="R715331b6220b48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7f8735c6444fca" /><Relationship Type="http://schemas.openxmlformats.org/officeDocument/2006/relationships/notesMaster" Target="/ppt/notesMasters/notesMaster1.xml" Id="R5a851a2ceebf4b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9f582380d84925" /><Relationship Type="http://schemas.openxmlformats.org/officeDocument/2006/relationships/notesMaster" Target="/ppt/notesMasters/notesMaster1.xml" Id="Rcfdbb3eee79d4f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d4ac31f4574960" /><Relationship Type="http://schemas.openxmlformats.org/officeDocument/2006/relationships/notesMaster" Target="/ppt/notesMasters/notesMaster1.xml" Id="Re5e8274d1c6c46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e4d922bee645d8" /><Relationship Type="http://schemas.openxmlformats.org/officeDocument/2006/relationships/notesMaster" Target="/ppt/notesMasters/notesMaster1.xml" Id="R390306bcb39645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98d61e8e8d4075" /><Relationship Type="http://schemas.openxmlformats.org/officeDocument/2006/relationships/notesMaster" Target="/ppt/notesMasters/notesMaster1.xml" Id="R20dfef91326542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c5b8badade470f" /><Relationship Type="http://schemas.openxmlformats.org/officeDocument/2006/relationships/notesMaster" Target="/ppt/notesMasters/notesMaster1.xml" Id="R51403676b12b4a7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a31e72238d47e1" /><Relationship Type="http://schemas.openxmlformats.org/officeDocument/2006/relationships/notesMaster" Target="/ppt/notesMasters/notesMaster1.xml" Id="Rd93e8394c0b748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6d32b9451954ae5" /><Relationship Type="http://schemas.openxmlformats.org/officeDocument/2006/relationships/notesMaster" Target="/ppt/notesMasters/notesMaster1.xml" Id="Raa62f55882e041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472b1d8a58e4c2b" /><Relationship Type="http://schemas.openxmlformats.org/officeDocument/2006/relationships/notesMaster" Target="/ppt/notesMasters/notesMaster1.xml" Id="R77baa783fa3241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naming one business every student has been inside this month. Do not explain it. Round 1 makes them explain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Three minutes maximum. Investopedia defines a business model as a plan outlining what a company will do to create and deliver value to customers in order to make a profit.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https://www.investopedia.com/terms/b/businessmodel.asp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business representative joins for 10 to 15 minutes in Round 4, in person or by a short recorded introduction. Send them the Round 4 slide in advance.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4 minutes to fill, 4 to trade and mark. Most students discover they cannot answer the cost box. Say out loud that this is normal and it is exactly what research is for.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https://www.investopedia.com/terms/b/businessmodel.asp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Investopedia's bar: clear, concise, understandable at a glance, and it shows what a brand offers that competitors do not. The banned-words rule is what forces specificity.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https://www.investopedia.com/terms/v/valueproposition.asp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Investopedia lists four segments: demographic, geographic, psychographic, and behavioral. The narrowing test is the activity; two rounds of it is usually enough.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https://www.investopedia.com/terms/t/target-market.asp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Send the four bullets in step 2 to the representative in advance so they do not improvise. If they send a recording instead, run the questions as a written list you forward afterwards.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https://www.investopedia.com/terms/m/market-research.asp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60-second limit is deliberate. A business nobody can source in a minute will not get easier in Meeting 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https://www.investopedia.com/terms/m/market-research.asp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Check each question against the four business-model boxes. If all five land on the product, the student has not really chosen a business yet.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Assignment: find at least three sources about the chosen business before Meeting 3 and write down where each one came from.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if students or reviewers want the research base.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https://www.investopedia.com/terms/b/businessmodel.asp</a:t>
            </a:r>
          </a:p>
          <a:p xmlns:a="http://schemas.openxmlformats.org/drawingml/2006/main">
            <a:r>
              <a:t>- https://www.investopedia.com/terms/v/valueproposition.asp</a:t>
            </a:r>
          </a:p>
          <a:p xmlns:a="http://schemas.openxmlformats.org/drawingml/2006/main">
            <a:r>
              <a:t>- https://www.investopedia.com/terms/t/target-market.asp</a:t>
            </a:r>
          </a:p>
          <a:p xmlns:a="http://schemas.openxmlformats.org/drawingml/2006/main">
            <a:r>
              <a:t>- https://www.investopedia.com/terms/m/market-research.asp</a:t>
            </a:r>
          </a:p>
          <a:p xmlns:a="http://schemas.openxmlformats.org/drawingml/2006/main">
            <a:r>
              <a:t>- https://www.deca.org/compete</a:t>
            </a:r>
          </a:p>
          <a:p xmlns:a="http://schemas.openxmlformats.org/drawingml/2006/main">
            <a:r>
              <a:t>- https://www.investopedia.com/terms/b/business-plan.asp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1457d0985444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887d0690d54ac9" /><Relationship Type="http://schemas.openxmlformats.org/officeDocument/2006/relationships/slideLayout" Target="/ppt/slideLayouts/slideLayout1.xml" Id="R405f6b1117a94b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5f6b1117a94b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e7f9e0b72a4d35" /><Relationship Type="http://schemas.openxmlformats.org/officeDocument/2006/relationships/notesSlide" Target="/ppt/notesSlides/notesSlide1.xml" Id="Rd7dc36da8a1c40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be369d3c9f429b" /><Relationship Type="http://schemas.openxmlformats.org/officeDocument/2006/relationships/notesSlide" Target="/ppt/notesSlides/notesSlide2.xml" Id="R59f18daa574641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ee91375786410d" /><Relationship Type="http://schemas.openxmlformats.org/officeDocument/2006/relationships/notesSlide" Target="/ppt/notesSlides/notesSlide3.xml" Id="Rd884de0a03564f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946ac4878a45eb" /><Relationship Type="http://schemas.openxmlformats.org/officeDocument/2006/relationships/notesSlide" Target="/ppt/notesSlides/notesSlide4.xml" Id="R28fc934b00ba4d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0e0db9c724703" /><Relationship Type="http://schemas.openxmlformats.org/officeDocument/2006/relationships/notesSlide" Target="/ppt/notesSlides/notesSlide5.xml" Id="R28ad7483e7f043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60bee780d49d7" /><Relationship Type="http://schemas.openxmlformats.org/officeDocument/2006/relationships/notesSlide" Target="/ppt/notesSlides/notesSlide6.xml" Id="R8ecdaddac4d948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61dc3e27b493d" /><Relationship Type="http://schemas.openxmlformats.org/officeDocument/2006/relationships/notesSlide" Target="/ppt/notesSlides/notesSlide7.xml" Id="Ra348fac8b4924b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adad5b6da4405c" /><Relationship Type="http://schemas.openxmlformats.org/officeDocument/2006/relationships/notesSlide" Target="/ppt/notesSlides/notesSlide8.xml" Id="Ra3402ae06b1f46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51e11cf7224b09" /><Relationship Type="http://schemas.openxmlformats.org/officeDocument/2006/relationships/notesSlide" Target="/ppt/notesSlides/notesSlide9.xml" Id="Raf926cd336fd48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6bed39da6f4998" /><Relationship Type="http://schemas.openxmlformats.org/officeDocument/2006/relationships/notesSlide" Target="/ppt/notesSlides/notesSlide10.xml" Id="Rb8d05e14528940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c6a4eb95ba4054" /><Relationship Type="http://schemas.openxmlformats.org/officeDocument/2006/relationships/notesSlide" Target="/ppt/notesSlides/notesSlide11.xml" Id="R921d38d3d638439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943D18-69EB-482D-8FF5-05EE5A4E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0"/>
            <a:ext cx="5524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8969CD-E0FE-4E61-87B1-48E8F306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43000"/>
            <a:ext cx="4381500" cy="45720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95515E-FCC1-4B4F-B60C-6856A1F7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002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MEETING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116B16-EC4B-485D-843A-45C29070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6576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Meet the</a:t>
            </a:r>
          </a:p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business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4258CE-DAC1-4771-BF08-162A97D8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C7460D-99CC-419F-BC90-A7C23A2E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85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4F13C4-F0A3-431D-9126-9DBE95BD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47625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Meet the</a:t>
            </a:r>
          </a:p>
          <a:p xmlns:a="http://schemas.openxmlformats.org/drawingml/2006/main">
            <a:pPr algn="l">
              <a:def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08FC07-1A8B-45EB-BAEF-C05F61B8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476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Take a real business apart, meet the people who run one, and leave with five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E1ADBE-2614-4252-A637-15F05546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Meeting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D8B20-B1D4-4280-AB5A-6E9A05DD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Designed by Jada Lin and Olivia Zheng</a:t>
            </a:r>
          </a:p>
          <a:p xmlns:a="http://schemas.openxmlformats.org/drawingml/2006/main">
            <a:pPr algn="l">
              <a:def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Great Neck South</a:t>
            </a:r>
          </a:p>
        </p:txBody>
      </p:sp>
    </p:spTree>
    <p:extLst>
      <p:ext uri="{BB962C8B-B14F-4D97-AF65-F5344CB8AC3E}">
        <p14:creationId xmlns:p14="http://schemas.microsoft.com/office/powerpoint/2010/main" val="20728326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A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DFEAA4-23C5-44FF-A38A-B8E090F2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THE ONLY THING WE TEACH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826B72-5750-4E8E-B115-67C8E274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81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business model is a plan for making money.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F09CA-68B0-4C61-9B23-BC5599D7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70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B99E0-0B6A-4369-B230-A6301601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52700"/>
            <a:ext cx="666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Products or services, target customers, revenue sources, cost structure. Four boxes.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36713-6D4B-4DC6-A4B5-3F3EABE7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858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29601-8E06-4E81-8886-792C38D7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Fill those four boxes for any business on your street and you can ask it a real question. That is the whole meeting.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F8D260-9916-4BF7-A395-79E4C707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C3A566-592C-4A75-B31C-EF215682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Source: Investopedia, Business 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331CFD-BF6C-4559-9DCC-B4841D78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263848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B6BFEA-3393-48BF-A91A-CA2F4C0C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RUN OF SHOW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D64E7B-EA27-45F0-9B76-A111AA77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Take one apart. Then choose your own.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53EBB-23C6-46E3-97F4-FF8A4834B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Everything you make for the rest of the program comes out of the choice you make in the last round.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EF733-A45C-4CAB-ACB2-0D9F41CB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352800"/>
            <a:ext cx="9239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FD5B0F-33DB-4021-9937-0670DE59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762250"/>
            <a:ext cx="1190625" cy="1190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48CD1-1D0B-4AA5-B4C2-7E4F3AFE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90850"/>
            <a:ext cx="57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D70DF8-CE30-4F31-B352-038209B7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191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592991-702C-4370-890B-CAAB1DCF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Reverse-engineer a business everyone knows.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FC5C02-34A4-49FA-8880-2EB58A69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762250"/>
            <a:ext cx="1190625" cy="1190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53D825-CDC6-4885-A440-037184B6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990850"/>
            <a:ext cx="57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BFB780-B988-4E4C-AF9D-6927B183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191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7C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7C70"/>
                </a:solidFill>
                <a:latin typeface="Helvetica Neue"/>
                <a:ea typeface="Helvetica Neue"/>
                <a:cs typeface="Helvetica Neue"/>
              </a:rPr>
              <a:t>ROUNDS 2 TO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696152-8656-477F-A57D-D874878B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Write its value and its customer, in one line each.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42AF84-C02C-43EF-852C-A0DF8B7D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762250"/>
            <a:ext cx="1190625" cy="1190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57A186-148A-41F3-AE40-C37B6682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90850"/>
            <a:ext cx="57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8B5DA7-3CA7-4AE6-A142-E246ACB3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91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ROUND 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1B5DDE-B348-439B-9490-4AEF3A4B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The partner business is in the room. Ask them.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354AA0-18A8-45C0-829D-C2CE2015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762250"/>
            <a:ext cx="1190625" cy="1190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B6720-64D8-472A-A082-23A7265DC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90850"/>
            <a:ext cx="571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E5188-2C46-49FF-96C9-984E5688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4191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7A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A7A0"/>
                </a:solidFill>
                <a:latin typeface="Helvetica Neue"/>
                <a:ea typeface="Helvetica Neue"/>
                <a:cs typeface="Helvetica Neue"/>
              </a:rPr>
              <a:t>ROUND 5 AND BUILD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FB589C-DE41-4F73-9734-460C7943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591050"/>
            <a:ext cx="2190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Choose your business. Write five questions.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4FF5A3-9801-40C0-A11F-D91D97C3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5F4B94-5341-4155-85C4-182BE678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Career Canvas program structure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044386-06B1-419D-8F9E-DA940910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818909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22CC45-C410-4B2E-85DD-3A6F833C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66815B-7292-4FD5-9EA8-F479D044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1 OF 5 · REVERSE-ENGINEER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542A3-41B2-4A2F-9930-EC0FCACD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97D66-ACBB-4479-B080-1AA9B33E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8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51930B-799E-4292-A7DA-D592F02E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Fill four boxes for a business you already know.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18B416-DD72-4F38-B482-3DC9215F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5EA097-E14A-43FA-B29A-FBA0495B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308079-F4D7-4167-81CE-E6F53D6B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Pick somewhere you have been in the last month. Write its name.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FA1634-F2F2-425C-ACE6-8A990B81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E0BF2-B96C-4466-8F69-7E2294F5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B3AE1D-1C85-4BE6-8E05-746BAECD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Fill in: what it sells, who buys, where the money comes from, what it costs them to run.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A4282-5EFE-40BE-A8D4-EC519D39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85E4BA-B7DF-4026-A07E-43ADBB04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C3C257-53FA-461E-AD2C-C6D142DE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Trade with a partner. Mark every box you filled by guessing.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E38307-1C49-4772-ACBF-A0FABA59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D1CC63-16A0-44F0-A712-ED1A3205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Those four boxes are what a business model is: products, target customers, revenue, cost structure.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B7C307-4275-4229-A326-56B40C6A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F5ADB4-F006-4624-8ED5-B7F313A1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2EA6B0-B06A-4810-AE30-C5A12846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Four filled boxes and a list of your own guesses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C8682E-CAEE-4AFD-BC2D-80CD7518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The guesses matter more than the answers. Those are research questions.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4181ED-D243-45C0-B2A9-54708037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EA97DA-63C1-4904-B7E3-E1C38D69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Business Model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1B6321-1ADE-4767-9581-D7F2D3CB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350899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9175D0-3DA5-4179-82B6-2FE1DB2A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314DAF-1929-48FD-85A0-A307274C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2 OF 5 ·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1D1A84-B8D0-40B7-A643-1362477B7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EAA71-F192-41B7-A439-979EB44B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5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76A414-027D-413A-AFB9-A46E195E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Write the promise, without using the word quality.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8186F9-C820-4F59-B381-5F965142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462391-23AB-4EEE-AD0E-9D499114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2334A-7380-4E79-9E7F-E83E2FD0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Take the last thing you bought with your own money.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92F231-DA04-4FFE-B1FB-DACB34FE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A9FE3A-D412-4505-99DC-B444FE4D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2F0E45-6B4D-4051-BCE6-F19EF7AC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Write one sentence: why you chose it over the alternative.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A16A52-7F61-407B-ABC8-31FC1343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4CDE84-179F-46F7-950E-9582EC10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087A14-D23A-41B7-A3D7-A239166C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Banned words: best, quality, amazing, great. Rewrite if you used one.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371924-0C97-4A7A-BC1E-A68AF401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113F20-CE89-4759-B245-CF603200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 value proposition states the unique value a product delivers to a specific customer.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828E66-0381-42EC-B7CF-B86706FC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8D69B6-EB8B-4CD5-9CC6-6E403260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D2A01D-08A8-4268-B25F-3639507D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value proposition in your own words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6EE617-FDEC-491A-AB2B-A89BF816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You will write one of these about your chosen business in Meeting 4.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31001-EE13-41B4-BBAB-36769FFC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BB61B2-03C5-4ED0-B792-D8ACDEBD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Value Proposition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38095-0A92-41A4-BFA8-87EB9F9C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297277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AE46C9-3F2D-463A-91C1-B46BE164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04070E-F87B-4818-AD38-83A9CDC5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3 OF 5 · CUSTOMER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059A9-6A8B-4E26-B258-2C95AD99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E9232B-47DE-4588-9AAB-92E03711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5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E6684D-599D-4DE8-AC81-2E4E5CAE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Describe one customer so exactly that someone could find them.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CEB422-48B7-4D49-AEE3-12F5BD62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823D5-2C92-4103-8C63-43161728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C776C5-6681-4115-A10F-46949047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Write who buys from the business in Round 1.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C52FAB-1E5D-4F7E-BE70-37B9AA2C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146449-928D-4A18-8C3E-C2C6A0BF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AC4EC0-F97C-4E69-80FF-25E3BA2B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Use at least two of: demographic, geographic, psychographic, behavioral.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C763C5-0AB2-4114-BFB8-63407AF9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85D185-6371-47A3-BB71-5E368625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89CBBA-E27D-48DD-9A4A-94F890EF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Read it to a partner. If it could be them and also their grandmother, narrow 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30FDD3-CA98-4E29-8D6C-8750CC38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A1161E-25AA-4512-B211-3F9E356C7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 target market is the specific slice of consumers a company aims to serve, not the general public.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6BE7E4-AA59-4F31-9E25-2BF52559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158980-11CC-4676-A5D6-4C5A5E31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C636C3-A224-4A63-835D-3C0503B08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customer description you could act 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89FE33-EB31-49E4-8B81-64E65937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This becomes the target-customer section of your paper and the audience for your ad.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BA8F6A-1299-4B44-A3B0-63BF244F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9D8ED6-9464-4061-AC1D-85C30B61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Target Market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EA82CC-569E-4433-AD7B-8554C3B7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154375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A83A09-E557-4664-81D1-20C6045D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7CC5BB-E5C5-4136-BD76-AB673544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4 OF 5 · THE PARTNER IS HERE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32BB3-D747-4F9C-BF43-EAC71C13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C15A37-EC98-494D-93C9-7C39628A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15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A6F4EE-79C9-41B1-8AF8-FB205555F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Ask the business the things you could not find out.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5CB956-2CD5-4DF2-9A9B-24FC3F92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13F225-84B3-4F89-BF63-DEFBA98E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2A62C-754C-4D55-8909-0CA330B2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Before they speak: write two questions from your guess list in Round 1.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D38CD-97CF-4064-A5AF-C202E0DC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338BB7-B57E-44ED-BF87-F040B947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DC017A-EB1D-4988-98F5-B99B1B23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They take 10 minutes: who they are, what sells most, who buys, what is hard right now.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409466-8D86-47BA-AEE6-9E909AB0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98D0C9-DCE7-4082-9F88-E29F45B4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40309B-E480-4987-AB2D-F71577F0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You take 5: ask your two questions and write the answers down verbatim.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C3C1D5-11F9-4E18-AA86-9287C09A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FD5C90-D628-4EEE-A3DB-6283E7A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An answer from the owner is primary data. An article about them is secondary. You need both.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7E6C0A-F58E-4419-9204-AA7299F0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DBE9D7-FFE6-4A37-91E1-CDE3E46E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E5882-CBEB-4479-B070-E41A6599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Two answers, in the owner's own words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827FD6-E1D8-47FC-A0DA-340B3DD9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Quote these in your paper. Nobody else in the room will have them.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63D772-24D5-4BA9-84F5-7394F9F7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DF527A-50AB-4CE7-8F17-00CA5E42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Market Research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586BED-6B60-49FE-9583-1BA4D153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431337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608A64-FB1C-4726-8C55-3687B55F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9612BD-1DD7-426C-8C54-F532DF7C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5 OF 5 ·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666F0C-DECC-4182-AC6E-7FFD77C1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EFDDB-FF48-43F2-B7E7-73377015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7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641D67-6957-4F63-937F-F3432665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Pick the business you will study for six weeks.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782133-0EC9-46AA-898C-797DE445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1E0B08-3E8A-400B-A542-DAD06F34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11B8B4-492F-48F1-90B2-F5350846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Shortlist three: the partner, one from your sketch, one you are curious about.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687D4A-C010-45D5-8FA9-550F9DE9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1F6AEE-E0EE-4451-9412-5EC208FD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DB24B-4E50-4AD6-B436-35883EA1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For each, try to name a competitor and one public source in 60 seconds.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42419D-ECC5-40F4-854B-6FF1967E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7924E8-31B4-49C6-8E9E-6B8B82A4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52CAD8-40C4-417E-BC22-D73E7BA0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Keep the one you got furthest with. That is your business.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997EC7-C321-4D3C-9C77-203FD383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5FA003-02B4-4939-9050-FA59415B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If you cannot find three independent sources this week, study the industry instead of the single business.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803C73-7878-4966-85EE-8EE9D9CC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28225B-00C7-4597-A958-A1E9C01A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2AA713-2E20-4252-B1D9-281B745D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business, chosen on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7D8F52-C0E9-4341-8091-FFD89669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Changing later costs you a meeting, so choose on what you can research, not what you 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42251-769E-42A9-BA82-D635C7F5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A69F45-6C43-4798-A507-04399C20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Market Research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C572F1-BED1-45F9-A41D-DD27CB51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322915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245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213144-4536-4A04-ADFA-4276FCA2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THE BUILD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F7138D-BD45-41B0-A6BC-0324A21D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Write five questions you cannot answer yet.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C1CD8A-7000-4376-9915-E877A1E7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91440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09B14-357B-4FF7-9909-20819B86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2870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12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038BC6-EE07-4BB4-8651-093ACDB7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781242-5BBC-4E65-844D-F440B3E7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8120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about the product or service itself.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5CB611-11F6-4AF2-9F1E-84C38805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6702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EDD631-8022-461B-A649-A3201564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4797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about who the customer is and why.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FC28EB-961F-424A-A928-9AEA3E3E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2F06C1-BDCF-4DD9-B643-B74E7954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about a competitor or an alternative.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948E87-DE22-4406-83F9-99566335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00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8A1233-CD1B-4BBB-BBA0-8A77719E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815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about how the business reaches people.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0F701A-E506-44B6-B777-AD28F833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A29C4F-DCC7-4775-A677-2D1763ED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4830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about the challenge the business is facing.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F6A7AB-7A44-4D80-B853-67A0186E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33575"/>
            <a:ext cx="2190750" cy="34290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B09CC2-66FC-4EAA-AFC2-FD69C3CE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3837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DELIVERABLE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E87C0B-033C-4169-9073-F986F141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819400"/>
            <a:ext cx="1714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Five</a:t>
            </a:r>
          </a:p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research</a:t>
            </a:r>
          </a:p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questions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D94CF7-34E8-4E82-AF29-3EF590C7D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457700"/>
            <a:ext cx="1714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None of them may be answerable yes or no.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1CFFC1-47E4-45AB-880B-FBAA612C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543003-8E92-472B-9E63-DFC43D50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Career Canvas Meeting 2 build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96A7FF-EC80-4348-BED0-206D926F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133159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CEADBA-8BBB-4D56-88EC-25279229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BEFORE YOU LEAVE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8EAD0C-5486-4505-9B23-3C80C8A9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Read your hardest question out loud. Someone may already know where to look.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98FB9D-0B3D-4080-B11B-BFE21112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953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51005-90FD-48E5-B68D-2179CB06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EXIT TICKET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5567ED-BA2E-4FA1-8F20-104DFA1F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Which business did you choose?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5941F8-8204-4CB9-92AF-F031816FB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Which question matters most?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41F88D-0B74-4580-9AFD-31257706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Where will you look first?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779575-2A24-4109-86D5-6E0A4354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4905375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5A520B-C0F4-4B50-BC38-34B9FC9B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NEXT MEETING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226193-3017-4080-8CCE-C8651E14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 research lab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A6784A-6A5B-4DDF-A7D3-72DBB50E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3905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Bring your five questions. You will hunt sources, throw some out, and leave with findings you can defend.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7C267B-D0A6-4BC9-ACE4-5ACD0F76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1AF022-C3A6-47D6-B63F-E5198C33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Career Canvas Meeting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E28B90-34A8-4807-A8D3-C8725E03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886479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E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1DD29E-8A96-406D-87EE-08C6C2D0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SOURCE LIBRARY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065F14-1B29-442C-AB29-A9A41F89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Research used in this meeting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FC75A6-6B2A-40CF-B231-F9AA6636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All links were accessed September 21, 2026.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AFBA5-1EB5-49B8-A578-83656FC0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29FCFB-EF10-40F0-94D2-0AB494C4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DD3F26-AC90-4569-9198-7B67049D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investopedia.com/terms/b/businessmodel.asp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C0471D-7C00-4BD1-A559-57C44295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FB4DA7-CE99-4A69-9291-32316E2A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Value Proposition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02AD49-1B8D-42C9-ABBA-0DE56B09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investopedia.com/terms/v/valueproposition.asp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E82CB-4B44-4870-97F6-84F3EB90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2894CC-6E88-43BC-954A-3E9CAD37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Target Market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B1A7A1-D9D1-45E5-969A-0892410D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investopedia.com/terms/t/target-market.asp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E123BF-A895-4781-B515-17D04F96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EED800-FF65-42AB-BB94-20E09DC2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Market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D3491B-6FF6-4883-9E93-2218C6D7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investopedia.com/terms/m/market-research.asp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CB3AA5-F921-4746-87C9-09A97F0F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DECA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B3903A-9B8A-4B20-8BAF-438A51D9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Competitive Events Program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9FD838-EB5F-4096-8C66-07C7BA6D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deca.org/compete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4E911-B391-4140-9E0F-E28C9A48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1FAFD7-CCDA-44A3-B87C-D3BB09B9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95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 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0F8701-7171-4954-AE1E-47EB64F3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10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investopedia.com/terms/b/business-plan.asp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6D8F24-CCFA-41C7-8205-429901AC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17EC67-B10F-44FB-A3FD-7C265DB3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Full URLs are also stored in the speaker notes of the slides that use them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0B34D9-D1FD-4C91-AD82-EAA00044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592110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2026-09-21T17:14:25.6480000Z</dcterms:created>
  <dcterms:modified xsi:type="dcterms:W3CDTF">2026-09-21T17:14:25.6480000Z</dcterms:modified>
</coreProperties>
</file>