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f75627308d4347" /><Relationship Type="http://schemas.openxmlformats.org/officeDocument/2006/relationships/extended-properties" Target="/docProps/app.xml" Id="R4453fa0b03d54710" /><Relationship Type="http://schemas.openxmlformats.org/officeDocument/2006/relationships/officeDocument" Target="/ppt/presentation.xml" Id="R93801a05f71146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40949948a34d12"/>
  </p:sldMasterIdLst>
  <p:notesMasterIdLst>
    <p:notesMasterId xmlns:r="http://schemas.openxmlformats.org/officeDocument/2006/relationships" r:id="Rcf168a74051f4484"/>
  </p:notesMasterIdLst>
  <p:sldIdLst>
    <p:sldId xmlns:r="http://schemas.openxmlformats.org/officeDocument/2006/relationships" id="256" r:id="R8234b6ceeb3a4401"/>
    <p:sldId xmlns:r="http://schemas.openxmlformats.org/officeDocument/2006/relationships" id="257" r:id="Rc3bf541ab5e8423a"/>
    <p:sldId xmlns:r="http://schemas.openxmlformats.org/officeDocument/2006/relationships" id="258" r:id="R8e217e3e5c6b4b0d"/>
    <p:sldId xmlns:r="http://schemas.openxmlformats.org/officeDocument/2006/relationships" id="259" r:id="R054abd30f13c4964"/>
    <p:sldId xmlns:r="http://schemas.openxmlformats.org/officeDocument/2006/relationships" id="260" r:id="Rc3d0a55bf2824df1"/>
    <p:sldId xmlns:r="http://schemas.openxmlformats.org/officeDocument/2006/relationships" id="261" r:id="R11626ba1679942e7"/>
    <p:sldId xmlns:r="http://schemas.openxmlformats.org/officeDocument/2006/relationships" id="262" r:id="R6e95a6a38fe74694"/>
    <p:sldId xmlns:r="http://schemas.openxmlformats.org/officeDocument/2006/relationships" id="263" r:id="Rf888806585e0439c"/>
    <p:sldId xmlns:r="http://schemas.openxmlformats.org/officeDocument/2006/relationships" id="264" r:id="Re55de35a760f460f"/>
    <p:sldId xmlns:r="http://schemas.openxmlformats.org/officeDocument/2006/relationships" id="265" r:id="Rc58e69c1a1884040"/>
    <p:sldId xmlns:r="http://schemas.openxmlformats.org/officeDocument/2006/relationships" id="266" r:id="R801ad4839bb1491e"/>
    <p:sldId xmlns:r="http://schemas.openxmlformats.org/officeDocument/2006/relationships" id="267" r:id="R453d70410a1440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cc6f241cc14f01" /><Relationship Type="http://schemas.openxmlformats.org/officeDocument/2006/relationships/slideMaster" Target="/ppt/slideMasters/slideMaster1.xml" Id="Rce40949948a34d12" /><Relationship Type="http://schemas.openxmlformats.org/officeDocument/2006/relationships/notesMaster" Target="/ppt/notesMasters/notesMaster1.xml" Id="Rcf168a74051f4484" /><Relationship Type="http://schemas.openxmlformats.org/officeDocument/2006/relationships/presProps" Target="/ppt/presProps.xml" Id="R69e4698ab52c4266" /><Relationship Type="http://schemas.openxmlformats.org/officeDocument/2006/relationships/tableStyles" Target="/ppt/tableStyles.xml" Id="Rfa48956054f3486c" /><Relationship Type="http://schemas.openxmlformats.org/officeDocument/2006/relationships/slide" Target="/ppt/slides/slide1.xml" Id="R8234b6ceeb3a4401" /><Relationship Type="http://schemas.openxmlformats.org/officeDocument/2006/relationships/slide" Target="/ppt/slides/slide2.xml" Id="Rc3bf541ab5e8423a" /><Relationship Type="http://schemas.openxmlformats.org/officeDocument/2006/relationships/slide" Target="/ppt/slides/slide3.xml" Id="R8e217e3e5c6b4b0d" /><Relationship Type="http://schemas.openxmlformats.org/officeDocument/2006/relationships/slide" Target="/ppt/slides/slide4.xml" Id="R054abd30f13c4964" /><Relationship Type="http://schemas.openxmlformats.org/officeDocument/2006/relationships/slide" Target="/ppt/slides/slide5.xml" Id="Rc3d0a55bf2824df1" /><Relationship Type="http://schemas.openxmlformats.org/officeDocument/2006/relationships/slide" Target="/ppt/slides/slide6.xml" Id="R11626ba1679942e7" /><Relationship Type="http://schemas.openxmlformats.org/officeDocument/2006/relationships/slide" Target="/ppt/slides/slide7.xml" Id="R6e95a6a38fe74694" /><Relationship Type="http://schemas.openxmlformats.org/officeDocument/2006/relationships/slide" Target="/ppt/slides/slide8.xml" Id="Rf888806585e0439c" /><Relationship Type="http://schemas.openxmlformats.org/officeDocument/2006/relationships/slide" Target="/ppt/slides/slide9.xml" Id="Re55de35a760f460f" /><Relationship Type="http://schemas.openxmlformats.org/officeDocument/2006/relationships/slide" Target="/ppt/slides/slide10.xml" Id="Rc58e69c1a1884040" /><Relationship Type="http://schemas.openxmlformats.org/officeDocument/2006/relationships/slide" Target="/ppt/slides/slide11.xml" Id="R801ad4839bb1491e" /><Relationship Type="http://schemas.openxmlformats.org/officeDocument/2006/relationships/slide" Target="/ppt/slides/slide12.xml" Id="R453d70410a1440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24b502b46241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00b609743544fd" /><Relationship Type="http://schemas.openxmlformats.org/officeDocument/2006/relationships/notesMaster" Target="/ppt/notesMasters/notesMaster1.xml" Id="R2251df300aa441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db197252b5495b" /><Relationship Type="http://schemas.openxmlformats.org/officeDocument/2006/relationships/notesMaster" Target="/ppt/notesMasters/notesMaster1.xml" Id="Rff51af0543fa46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3aec218b6a4585" /><Relationship Type="http://schemas.openxmlformats.org/officeDocument/2006/relationships/notesMaster" Target="/ppt/notesMasters/notesMaster1.xml" Id="R7c5655f93af54a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fd2cd4021141d5" /><Relationship Type="http://schemas.openxmlformats.org/officeDocument/2006/relationships/notesMaster" Target="/ppt/notesMasters/notesMaster1.xml" Id="Ra7841495424540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6235ea3392457a" /><Relationship Type="http://schemas.openxmlformats.org/officeDocument/2006/relationships/notesMaster" Target="/ppt/notesMasters/notesMaster1.xml" Id="Ref7d630f305c4e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ec20801f694456" /><Relationship Type="http://schemas.openxmlformats.org/officeDocument/2006/relationships/notesMaster" Target="/ppt/notesMasters/notesMaster1.xml" Id="Rd4a9d0c100fd4a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4eeba23225422d" /><Relationship Type="http://schemas.openxmlformats.org/officeDocument/2006/relationships/notesMaster" Target="/ppt/notesMasters/notesMaster1.xml" Id="R4323c9c4011f4b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542bbb6cb1461c" /><Relationship Type="http://schemas.openxmlformats.org/officeDocument/2006/relationships/notesMaster" Target="/ppt/notesMasters/notesMaster1.xml" Id="R5b23188b88894c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9237ae0de24411" /><Relationship Type="http://schemas.openxmlformats.org/officeDocument/2006/relationships/notesMaster" Target="/ppt/notesMasters/notesMaster1.xml" Id="R81723ed6efae41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5892dab0c14c9f" /><Relationship Type="http://schemas.openxmlformats.org/officeDocument/2006/relationships/notesMaster" Target="/ppt/notesMasters/notesMaster1.xml" Id="Rd8bde9c0194c4a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0dfdcc5a194c3f" /><Relationship Type="http://schemas.openxmlformats.org/officeDocument/2006/relationships/notesMaster" Target="/ppt/notesMasters/notesMaster1.xml" Id="R07c2ea3d99bd4d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6d5f753abf40fe" /><Relationship Type="http://schemas.openxmlformats.org/officeDocument/2006/relationships/notesMaster" Target="/ppt/notesMasters/notesMaster1.xml" Id="Ra3a1707aa12442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is the Future of Jobs 2025 core-skills ranking; creative thinking is fourth. Do not open with a lecture. Ask where they used creativity today without making art, take two answers, and go straight to the anchor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to three minutes. Analytical thinking is first and creative thinking fourth, just ahead of motivation and self-awareness. The point is only to justify the next 50 minutes of doing.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numbers on the circles are minutes, not step numbers. DECA's events sit in marketing, business management and administration, finance, and hospitality and tourism, plus entrepreneurship and personal financial literacy.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2 minutes to draft, 1 to circle, 3 to rewrite. Walk the room and ask what got cut, not what got kept. The creative act is the trade-off, not the 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https://www.investopedia.com/terms/f/finance.asp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3 minutes to write all three, 3 to read in pairs. If a pair finds a sentence that stretched the truth, read it aloud to the room. That is the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https://www.investopedia.com/terms/f/four-ps.asp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1 minute to complain, 2 to reframe, 3 to write the offer. The unforced test is what kills the assembly-mandate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https://www.investopedia.com/terms/e/entrepreneur.asp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4 minutes to write, 2 to share one script aloud. Ask the room which step they would actually remember a week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2 minutes to draw, 1 to cross out, 3 to redraw. The constraint line is the whole exercise; do not let anyone add staff.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Two minutes, silent, individual. Do not let this turn into a discussion or the build slot disappears.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to frame, 10 to make, 4 for the test, 3 to prepare the defense. Circulate and ask only one question: what evidence would change your mind?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the sketches. They are the raw material for which business each student wants to study in Meeting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  <a:p xmlns:a="http://schemas.openxmlformats.org/drawingml/2006/main">
            <a:r>
              <a:t>- https://www.deca.org/compete</a:t>
            </a:r>
          </a:p>
          <a:p xmlns:a="http://schemas.openxmlformats.org/drawingml/2006/main">
            <a:r>
              <a:t>- https://www.investopedia.com/terms/f/finance.asp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https://www.investopedia.com/terms/e/entrepreneur.asp</a:t>
            </a:r>
          </a:p>
          <a:p xmlns:a="http://schemas.openxmlformats.org/drawingml/2006/main">
            <a:r>
              <a:t>- https://www.investopedia.com/terms/f/four-ps.asp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9e8a8cdb443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4d8b0fde9d4f71" /><Relationship Type="http://schemas.openxmlformats.org/officeDocument/2006/relationships/slideLayout" Target="/ppt/slideLayouts/slideLayout1.xml" Id="R840e096a23624e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0e096a23624e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e824a9ae141cd" /><Relationship Type="http://schemas.openxmlformats.org/officeDocument/2006/relationships/notesSlide" Target="/ppt/notesSlides/notesSlide1.xml" Id="R3d8d45f416244a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9c495feb24f28" /><Relationship Type="http://schemas.openxmlformats.org/officeDocument/2006/relationships/notesSlide" Target="/ppt/notesSlides/notesSlide2.xml" Id="Rc6002dffce4440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21670e2034e44" /><Relationship Type="http://schemas.openxmlformats.org/officeDocument/2006/relationships/notesSlide" Target="/ppt/notesSlides/notesSlide3.xml" Id="R5c920f63deaa4f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37f46784a4186" /><Relationship Type="http://schemas.openxmlformats.org/officeDocument/2006/relationships/notesSlide" Target="/ppt/notesSlides/notesSlide4.xml" Id="Re60f983f770543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a55407aa94972" /><Relationship Type="http://schemas.openxmlformats.org/officeDocument/2006/relationships/notesSlide" Target="/ppt/notesSlides/notesSlide5.xml" Id="Rffae729fad8b41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774465bf94cd5" /><Relationship Type="http://schemas.openxmlformats.org/officeDocument/2006/relationships/notesSlide" Target="/ppt/notesSlides/notesSlide6.xml" Id="R55f0b44dc81441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8174c83ab4b30" /><Relationship Type="http://schemas.openxmlformats.org/officeDocument/2006/relationships/notesSlide" Target="/ppt/notesSlides/notesSlide7.xml" Id="R9562252972de48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d0a6fb35a4f60" /><Relationship Type="http://schemas.openxmlformats.org/officeDocument/2006/relationships/notesSlide" Target="/ppt/notesSlides/notesSlide8.xml" Id="R5c99ed9a12ad46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a7803d69b4d85" /><Relationship Type="http://schemas.openxmlformats.org/officeDocument/2006/relationships/notesSlide" Target="/ppt/notesSlides/notesSlide9.xml" Id="Redc212eb69ed47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4a4b76c00f466f" /><Relationship Type="http://schemas.openxmlformats.org/officeDocument/2006/relationships/notesSlide" Target="/ppt/notesSlides/notesSlide10.xml" Id="R48fe8d5a3ff742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dda4908c04458" /><Relationship Type="http://schemas.openxmlformats.org/officeDocument/2006/relationships/notesSlide" Target="/ppt/notesSlides/notesSlide11.xml" Id="Rc154ef07abbb47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4e23f20034505" /><Relationship Type="http://schemas.openxmlformats.org/officeDocument/2006/relationships/notesSlide" Target="/ppt/notesSlides/notesSlide12.xml" Id="R68a8215ec3554f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FF3734-5990-4270-B80B-F7B2F945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A2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F787-3F24-43AB-8690-C7785474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704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CORE SKILLS EMPLOYERS NEED IN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7706F-4F00-4B41-9120-6FF8A228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971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Ranked by share of employers calling the skill essential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E0DCD-EFFA-45E3-8E0E-2B26A44E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314450"/>
            <a:ext cx="46101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A6401-1FB1-4708-9EB4-63BCA57F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240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FCB7B-0550-41D0-BD37-82347E46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621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32D66-CF54-41BB-9058-CAB0F8B5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335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Analytical thinking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0251A-D784-4B20-AAD6-06DB2C2F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590675"/>
            <a:ext cx="19812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1BFC5-B83C-4EFB-B9C2-FBDB219B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669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DC562-CFAB-4019-8F2C-C1510C52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050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C13E6-0DB3-410E-8DE1-3219A988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764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Resilience, flexibility, agility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005DA-F43B-45A3-A652-AE6BADD3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33575"/>
            <a:ext cx="178117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0D5DA-2117-42B0-B4C3-751149F0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E5B9B-8683-4CCB-9E86-69B9A83C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479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A7AE87-1818-401E-AD90-0E179F43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193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Leadership and social influence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7C8589-4F67-453D-97FD-19F7CC29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76475"/>
            <a:ext cx="15811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0FE6B-3797-46FB-9044-B93229A2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527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B8FB6-5E31-4869-B87D-87AF9AB1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908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9A7C5A-5AD6-49AC-A724-1A7BC470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622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Creative thinking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1CCAC-68A2-4C5E-93AD-8C3A5CD9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19375"/>
            <a:ext cx="13906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B8013D-6225-48FD-9B98-944C75CE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956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8D734D-AC6B-45EA-B88E-E7FFF7BD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337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F01AD-1456-48D2-ADBF-63E3CCAF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051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Motivation and self-awareness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D5F188-DB6C-453F-A60B-B51AC6AD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62275"/>
            <a:ext cx="1190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A038AF-89FA-4B01-A447-805F7015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385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15A05-FD27-4E99-BA91-4D6297CD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766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B97703-4A3D-4C36-9F1F-045E40C5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480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Technological literacy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63EC54-02B7-40CC-B7F2-E3262D62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05175"/>
            <a:ext cx="990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275CC4-57A7-4C32-9967-A0EB880B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814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A2213-D449-4645-9DA2-761BB702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195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46BE38-0023-40C1-9B3D-EF67AEBF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909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Empathy and active listening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C9C8FF-DE88-421E-A32B-234E04FE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48075"/>
            <a:ext cx="79057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BE6F4A-21E4-42FF-BB38-3E9EEA7A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243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CAF375-B179-455A-A83F-3276B1C7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624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E993FA-5214-4348-B7AE-2DF260E5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338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Curiosity and lifelong learning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1AF428-3EA6-4A6D-BD3F-39DEC141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90975"/>
            <a:ext cx="5905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13C7E0-EDDA-44D7-8251-C091EA7B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672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BE19A6-2CF7-42C7-91DD-E35D9F71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053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BE3CFB-8CDC-4A0B-8A47-F647A74A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767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Talent management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3755CB-6ADC-4E60-97A4-FC9253BB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333875"/>
            <a:ext cx="4000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2ACB8D-D298-4384-9608-FB55C041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10100"/>
            <a:ext cx="247650" cy="228600"/>
          </a:xfrm>
          <a:prstGeom xmlns:a="http://schemas.openxmlformats.org/drawingml/2006/main" prst="roundRect">
            <a:avLst>
              <a:gd name="adj" fmla="val 33333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6E46F5-04C6-4795-8F56-44DB6D3E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48200"/>
            <a:ext cx="24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C31347-B4A6-4448-ADFB-6ADA8E0E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19625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Service orientation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90AF96-15D7-4238-A91B-B37BAB5C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76775"/>
            <a:ext cx="2000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4F8519-8CFD-4870-BD53-2134A0BA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9590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Seven in 10 companies call analytical thinking essential.</a:t>
            </a:r>
          </a:p>
          <a:p xmlns:a="http://schemas.openxmlformats.org/drawingml/2006/main">
            <a:pPr algn="l">
              <a:defRPr sz="10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Creative thinking ranks fourth.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5EAF13-EF85-4BD4-8FF1-7E28F97D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626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World Economic Forum, Future of Jobs Report 2025.</a:t>
            </a:r>
          </a:p>
          <a:p xmlns:a="http://schemas.openxmlformats.org/drawingml/2006/main">
            <a:pPr algn="l">
              <a:defRPr sz="8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Survey of over 1,000 employers across 55 economies.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313A1A-7433-44E2-96BA-DFB164FC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B2A83E-F5A7-49EE-B2C8-DA914910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9920CC-535D-46C0-A448-56212B1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Creativity across</a:t>
            </a:r>
          </a:p>
          <a:p xmlns:a="http://schemas.openxmlformats.org/drawingml/2006/main">
            <a:pPr algn="l">
              <a:def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4A8677-5788-4D72-82FB-E502CA28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Five timed rounds, five DECA career areas, one idea you build and defend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93AC37-67E7-4546-92D6-EB89A871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Meeting 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C839E3-1810-4DAB-845F-211FDB02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19701773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F6C44-9443-484D-94F3-A1727368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810E4-F45D-4EA0-BAC4-F66D792C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Creative thinking is a business skill.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217E6-116E-4119-9A46-F102AD4B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#4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85A3B-DB5B-49D5-8B80-03D16C66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Creative thinking ranks fourth among the core skills employers say workers need today.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CEEBD-16B2-474C-936C-CC5B96C7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B87D5-6023-403A-BC5A-DD171ACB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So we are not going to talk about it. You get five rounds, five business lenses, and a concept sketch at the 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9291AF-8FDC-4792-9AEF-E436ECF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62DDE-5797-4196-B32D-FD42A778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Source: World Economic Forum, Future of Jobs Report 2025, Skills Outlook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50C17-0C71-4107-A82B-6A659C72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80141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C386DF-BA89-409B-B12D-D7916E9E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RUN OF SHOW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DE360-48A3-46FE-BD91-5033E996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Five rounds. Five ways to be creative.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D05F3-6AED-4C2B-8325-C129310B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Each round is a real business problem from one DECA career area. You produce something in every 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795C6-1A04-4A7A-B4B7-822E44D1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52800"/>
            <a:ext cx="9239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ACA72-978E-4AB2-877C-8B8BE3C3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6CE84-ADE2-4FF9-9834-FC8FA795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D9AF1F-F97D-426E-AB9B-7BA8ADBF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ROUNDS 1 TO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74EEB6-4A94-4D8A-AA9F-C8580346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Finance and marketing. Money and message.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40064-7785-4213-BFAB-A46D57A7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E5328-C009-461E-8324-FEA94E00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F293B-6B62-4A32-BE00-A2ED3622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9CC91-5774-4217-A28F-141E7614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Entrepreneurship. A complaint becomes an offer.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34B9F-F74E-450A-A677-C02A015E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43EA9F-A939-4D53-82DB-A813B385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18B94A-D3F9-4E0F-AC26-9D4FBE62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ROUNDS 4 TO 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886E53-1438-4987-B65D-78DA4820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Hospitality and operations. Feel and flow.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64F379-6F8E-491A-822B-E3930C74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305F90-2DC2-4107-9150-00DEEFA7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9744F8-868C-4A11-B247-134285EE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27505-0F1D-457D-83FB-C56FA5EA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Pick your best round and make the sketch.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A85548-4D04-40AE-8085-66C78DC2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53C4ED-2355-47F5-92C7-40AF9D5B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DC64E-3BAD-45D9-A059-5E37FD77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25602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3C0E53-A26F-4124-8205-6A1EF844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64DEE-DF60-43B3-9276-956D3244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1 OF 5 ·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D8337-88EC-4740-BC1A-DF06863D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57D2F-9B17-45F6-8453-561A31A9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0B770-F73B-42B8-83CD-1CC52918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Build a budget that survives bad news.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5BA36-DEBA-4623-BBF5-F66E299B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F95CD-E5B2-4ECC-AC37-B0112300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6BD88-ED60-4F6C-9240-8C497684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You have $500 to launch a school pop-up. Write five lines of spending.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C5F4A-FA88-4A64-B9C7-216C9035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4A173-1D84-4EB3-9ED9-78501F4C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47238-EE21-49DB-B7C2-9A8FE8CF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Circle the one line you would protect if you lost half the money.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63819-9A2B-4B77-A32C-2D35D67C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AF57E-E20A-4CAC-ACEE-6DA0A1D7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9AB5C-3E51-467D-9580-107295DA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Now one cost doubles. Rewrite the budget without cutting the circled line.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35A3C-4B6D-4BDE-904D-F83C487E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9FE73B-7D8A-47CA-9F48-D2318000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Finance is the study and management of money and financial resources.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D5CBA7-0ED7-4CCE-8773-83B595D9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9927E4-0592-4F17-BD5A-A7C13EC6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64AE8-DD01-4734-B8AF-62AED803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five-line budget with one protected 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E2551-EE4E-4C1F-AFC1-A0A4A300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Keep this. It is the first evidence you can make a trade-off on purpose.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AD9CB7-7F78-4EAC-8C47-679950AB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FE819-E6F5-4FB7-9705-5DFD77E5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Finance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8A89B-EDAB-4B56-AA8C-CE5A0D83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094268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2781F-F36F-4751-88DD-1C19E517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58321-B698-4B52-BFC5-2831A73D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2 OF 5 · MARKETING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0CD9A-D60D-49EC-9B2B-3D8FF213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7ED3B-6D0C-4F0F-BA60-AB6674B2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C39F9-B10B-4E67-87A8-423C828D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Sell the same thing three different ways.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F0198-048A-4A23-AFFA-F02CAE09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67F16-E556-42D2-A8E3-B6D8CDA1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9FFB2-DA9E-4666-BBFE-1A6D11AB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 student tutoring service. Write one sentence selling it to a student.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914C7F-20C2-425B-B3B0-AE5DACF0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55070-96B2-47D3-8090-035AB82A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C7933F-9588-41CF-91D5-E25C055C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Rewrite it for a parent. Then rewrite it for a principal.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AFD71-848E-4358-8EF7-7260A3FB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6517F-2521-4DB7-864E-B94EE967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EC5F5-8B8F-46D2-BFBF-208D0C40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Read all three to a partner. Nothing in them may be untrue.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0E79B-5F25-4AE1-81DD-5DDB7364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98743-A055-4C83-9C04-A7F4F707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Marketing is everything a company does to promote and sell what it offers.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F0F36-47A3-4976-836A-4ABED8EC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34CA9-DB0A-46E4-945C-CE27DFC6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1C1C18-1034-4937-96CB-56480827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one-line messages for three audiences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13FEC-CC3A-43D3-A5C8-6A76CC71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This is the exact move you will make for a real business in Meeting 5.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574AC3-1334-42DB-916D-7CFFB994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CED8C4-27CB-42CA-A2CD-DA24C808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Marketing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DE1002-0F1B-47AF-9A9A-51CA12A2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951143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F29D3E-BFA6-4587-ADEF-F3733257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66D65-1DE3-43EF-8BA4-090A0C1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3 OF 5 · ENTREPRENEURSHIP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DF5A4-6CD1-4847-8008-CDFDE375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6740C-D5E6-44F5-ADBF-44467B20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10AA4-79F3-4D42-973E-0B87ABD2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Turn a complaint into something people would choose.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83D1F-BA4C-4B76-BFC4-1BD9C5D4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91DD7-3E8E-4234-9AE4-EF0B4B3A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DA8B4-2C02-4FD7-A65A-CD3D7E6B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down one thing about school that genuinely annoys you.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AD451-6B0C-42E0-98BB-3032D33B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18172-3E2C-4C42-B3E0-237A29A5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16973-D81D-49F6-A0B5-A75DD711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Rewrite it as a need: someone wants ___ but cannot get it because ___.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7E6B2E-21B8-4EEF-B4A0-2DD56110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A2273-8C8B-46FC-B22C-D474D75E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956641-23A7-4FE5-ABBE-1FAE51E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the offer. It only counts if students would use it unforced.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6F898-CE9C-49FF-963A-2F48BBF6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A1EB4E-F74D-481D-9D46-64534B08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An entrepreneur spots an opportunity and takes on the risk of building something to meet it.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79E08-3523-49E3-8E85-EC66EEA5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8C7D5-DD9C-48BB-B05A-6845D892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EC2F0-A560-45FD-B449-9F13070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need statement and one offer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3D1E9C-B8B3-4077-B74F-EC145443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Most concept sketches at the end of today come out of this round.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B89753-00D5-4CC8-A8D0-F25A0E94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E3D92C-FDF4-4064-8F0E-D58ED1BC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Entrepreneur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457AC5-9114-4B3E-B0B1-98F1C215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4972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118C00-0F2A-46E3-9656-8698EDDB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8F998-1E17-4546-8FAD-840E8E6E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4 OF 5 · HOSPITALITY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AE2AED-4256-4DBE-8EEF-09FB7620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7A19B-211C-4248-B07A-A3F2F2FB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3265E-AC1B-4E10-AD69-FD848AF9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Fix ten bad minutes for a real person.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04C32-DC1E-451B-AAC5-305DCCAB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FB799-18A1-4546-8A69-FEFFBA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8C3AC-B487-4AA3-A421-8A248585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 family arrives early, tired, and their room is not ready.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9D2E8-E399-4FBB-BF47-8BE50D6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E3C95-3750-4E68-8CEA-7603A869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DA8799-74D5-4B55-868E-EAFAAD00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a four-step recovery, one line each, that takes ten minutes.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0F99C-1BCE-4883-9894-A2B4A952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6DC27C-06B4-4E76-9828-B908FE2D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3CF39-7C87-4173-8ADF-8C41B124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Mark the step that costs the business nothing.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31AB5-B94F-4687-BC76-79DC6E15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5573EC-7228-4D43-87AA-2B8D6A51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Hospitality and tourism is one of DECA's four career clusters: service, operations, and the guest experience.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2394B2-BE2B-41EE-8C90-46B22727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C826F-2296-41D4-A2CB-B36D952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2ED4A-335D-4AE7-91BD-48712CEE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four-step service recovery script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FBB7F-29AD-4B11-B019-7E4708DF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Notice how much of it was free. That is usually where the creativity was.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F02842-96A2-4BE3-9B53-8D36040B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BAF394-F3F7-43FC-9C27-D9AA96C0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0DDBF6-F943-4269-BBA0-D78E57F2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5649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FC5B75-37AE-4171-8B03-89FE8222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997EF-C227-4B4C-B709-11651520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5 OF 5 · BUSINESS ADMINISTRATION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3E52F-737D-4251-89C5-CEE560C9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A32FA-3375-44DD-A7F3-3CE08BFB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3B044-1214-43A3-919D-9DE4C733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Kill the lunch line without spending anything.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B4846-FDB7-46D3-B0AD-F5BF950A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021D2-3763-4BB4-8739-858FBD0B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D54B4-CFE3-4758-8BEA-8D5285D2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Sketch how the school store line works now, as five boxes.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2BC24-6DF2-47C9-AE5F-12AC1E96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E804E-48A1-42B6-8E3A-12F5EA6D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8FB72-D9EA-4C39-843C-26D380FA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Cross out every box that does not have to happen at the counter.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21F6E-D5BB-48A9-B1ED-C6E8FACA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8DFED-77E9-4EFE-8770-BEF80974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EBA94-0C01-43CE-9507-84F53038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Redraw it. No new staff, no more space, no new equipment.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05D43-C0E9-4AE9-883F-EA2633A5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1E6B6-BEA8-4012-983A-47AEF4E4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Business management and administration coordinates people, information, and operations to meet goals.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F03CE9-783F-4225-B60D-4C4554A3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D073A5-4F0B-4088-A3FB-4EE20F4E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1C556-2197-4DED-913B-4A6A5648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before-and-after process sketch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73ABB-78AE-4904-BE01-C16884A7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A process change can beat a marketing campaign. This round proves it fastest.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5FC9C-7468-457C-81DF-9E073B94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B90414-BF92-4AA9-AC97-E69AEE3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DECA, Competitive Events Program career clusters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73EE4E-978B-419E-AB07-9FA5043C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846284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9B7291-73F7-4D0A-AA2F-806C201E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PICK 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8B00E-DBA6-4E73-BC35-333BB151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Which of your five is actually worth building?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0341F-3306-49F6-AA59-96E2BB04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Two minutes. Run every round you just did against these six, and keep the one that scores highest.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F5E09-6E1A-46D8-ACB8-362C2E05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545C5-8E28-4624-9E0E-6C7E8515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14747-4876-42E4-9737-BBCE738A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It solves a problem you can name in one sentence.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E709D-2DC7-47B7-A142-C26C0A9F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AACFC-33DB-4881-B11B-59C09257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AA1E3-799C-4457-91CB-819901E8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 specific person benefits, not everyone.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14A56-CA82-4392-B5B9-55CE21FB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7B0295-2634-45F0-89D6-5E8ABA2E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B2E47-C37C-40D8-822D-10DC46DF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It works under the limit you were given.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7C2A8-7A0C-4F03-A21B-96DBDF11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E225B-DB74-4E68-A17A-D27FCE29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3DB18-4778-4B3A-B9AF-E8198812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Someone would choose it without being told 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AED331-6AAC-4A07-B2DE-E31DF209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B8512-E0AB-4D62-A245-D939184F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54B3D-789C-4357-B393-2466F241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You could test it this month.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181CD7-EDFA-4B88-8B92-F05A4E1C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1D1EDC-C4DF-41B2-B865-F103E544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71722E-0DF4-449E-A047-04901C03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You still want to talk about 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167E0-5F89-4A69-B9C9-9727DD82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013985-8E75-4665-A4D8-81423D83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674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If two rounds tie, take the one you argued about with your partner. Disagreement usually means there is something real there.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53EDEE-F88A-4269-9A4D-77BBDAF7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83C8A-0B6E-4E75-BADB-B348356D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selection bar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E37390-987E-4405-9E16-0CF4E760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313904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C2E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948261-FF25-49CF-8FE3-415BE747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3E983-8D50-40C1-BE30-59530FF7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Make the concept sketch.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1DFE7-E4DE-4BDE-936F-11FDF7D7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55654-0AB4-4BC9-90C1-201BF88F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20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D32CD-0C26-4CB2-B7A6-B2BFFFBA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903E3-017F-4D8E-A900-6C3FDAD4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Name the business or place, and the DECA area you are working 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1208F-0F5A-42AF-B0BB-AB862D7D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11A4A-FC20-4378-BDAD-6F91C8A9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the need and the constraint in one sentence each.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2FC9A-6A2D-4243-A474-F67FA5D6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50F4C-38E6-4BCC-9355-64D26973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Draw or describe the idea. One page, no more.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925DF-9997-4FA1-874F-A040B7EC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94A44-E4A9-49ED-8402-5ACDDFAD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the smallest test that would tell you if you are wrong.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703EE-E3D9-4F43-852B-08FE2449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C08F84-2BA8-4C5A-B354-38AE9F10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0313AE-E0A6-4547-A7AE-3BE6D062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One-page</a:t>
            </a:r>
          </a:p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concept</a:t>
            </a:r>
          </a:p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sketch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37630F-B70A-42E4-92CD-C9BFC852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You will be asked to defend one choice in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B1DE1-42A2-4FA0-9B14-D29B5F9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6A261-4146-4840-8FCA-B32EF8FA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Career Canvas Meeting 1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94BE89-D44F-4883-B61E-C6CB0F7D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882425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746B3-FB01-496F-90F7-C0B201A4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DEFEND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80C49-FCAE-4EF2-9AED-3D58B516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Sixty seconds each. Say the choice, not the idea.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81A95-196F-442C-8852-34AF7B4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45709-4123-4511-ACFE-A406E23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109C0-7A80-45ED-8379-94312D36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What constraint made it better?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32692-A0B0-4073-89C4-053A00CC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Who exactly is it for?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B3373-377A-4FB0-8753-30D068C7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What would you test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10359-6343-4906-9322-E118138D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63F95-E092-4D48-9106-C97E3852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5F0E01-E926-41AA-B384-F2FBF08F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Meet the business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94767-F884-4B16-A354-EA7DF122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Meet the partner businesses, take apart how one of them actually makes money, and leave with five research questions.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E0E95-4C3F-4BF4-903B-216D4A6F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F1744-A539-4CFC-96A1-5B204EC2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Meeting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258BA6-C881-4AFA-8249-FFD922E1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613560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D1CF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A595C2-B14A-486C-9A1F-C9E1ACD0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5A171-041C-4CB2-8DE7-071968AB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23674-095A-473D-B0DF-D159FFF7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2D885-2453-49C3-8921-73AE442A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World Economic Forum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457B1-BC84-43CB-B289-12B258D0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Future of Jobs Report 2025, Skills Outlook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E533F-0DA6-480B-9EA5-C77156D9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weforum.org/publications/the-future-of-jobs-report-2025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3EC30-8742-4453-9E4B-8C2BC1F7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C23C0-D810-4330-926C-9347F3EE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58A01-20D5-4983-A84D-A55DBC0F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CB8CBA-6A93-473E-A848-B2382315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96D33-0164-41F1-A300-E630E064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DB2E84-2D42-46C7-BE98-D0927F51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investopedia.com/terms/f/finance.asp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CFAB41-7CBE-4725-8728-1E2CA637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9BC5A-C259-4941-BE79-5E1EDAA3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Marketing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FE4389-4F96-48F1-B176-BC95FA0B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investopedia.com/terms/m/marketing.asp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C1C0BE-441A-49F8-98B5-7F2F0D36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F9C8B-8DCF-487C-A961-DB8443C7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Entrepreneur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55A03-9CFA-4611-BE97-D1D3EF5D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investopedia.com/terms/e/entrepreneur.asp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4DF62B-8792-426F-A35B-00C69A2E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10E93-446E-4A5E-941F-55286B46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The 4 Ps of Marketing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8FF5A5-A027-47A4-A914-E4B264B1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investopedia.com/terms/f/four-ps.asp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14B667-879D-4A95-A071-15739BD7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788019-F8B1-4F72-8704-AE6ABC69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57444A-662D-4DC6-B0E4-E5F70B48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104053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2026-09-21T19:22:40.3480000Z</dcterms:created>
  <dcterms:modified xsi:type="dcterms:W3CDTF">2026-09-21T19:22:40.3480000Z</dcterms:modified>
</coreProperties>
</file>