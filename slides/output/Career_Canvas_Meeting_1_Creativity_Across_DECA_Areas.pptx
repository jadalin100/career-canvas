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43eee93a24a42" /><Relationship Type="http://schemas.openxmlformats.org/officeDocument/2006/relationships/extended-properties" Target="/docProps/app.xml" Id="R1c37e921693741ec" /><Relationship Type="http://schemas.openxmlformats.org/officeDocument/2006/relationships/officeDocument" Target="/ppt/presentation.xml" Id="Rd0df7de6f126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5177471a254590"/>
  </p:sldMasterIdLst>
  <p:notesMasterIdLst>
    <p:notesMasterId xmlns:r="http://schemas.openxmlformats.org/officeDocument/2006/relationships" r:id="R3b06992bf9824d92"/>
  </p:notesMasterIdLst>
  <p:sldIdLst>
    <p:sldId xmlns:r="http://schemas.openxmlformats.org/officeDocument/2006/relationships" id="256" r:id="R1fe3e271738d4214"/>
    <p:sldId xmlns:r="http://schemas.openxmlformats.org/officeDocument/2006/relationships" id="257" r:id="R2a651921192941ba"/>
    <p:sldId xmlns:r="http://schemas.openxmlformats.org/officeDocument/2006/relationships" id="258" r:id="R39b7c206b00a4a1c"/>
    <p:sldId xmlns:r="http://schemas.openxmlformats.org/officeDocument/2006/relationships" id="259" r:id="R8f6ca6016b864afb"/>
    <p:sldId xmlns:r="http://schemas.openxmlformats.org/officeDocument/2006/relationships" id="260" r:id="R75dc17eb12f54f60"/>
    <p:sldId xmlns:r="http://schemas.openxmlformats.org/officeDocument/2006/relationships" id="261" r:id="R3d8da93069ea4ccd"/>
    <p:sldId xmlns:r="http://schemas.openxmlformats.org/officeDocument/2006/relationships" id="262" r:id="Rf9146524116643b2"/>
    <p:sldId xmlns:r="http://schemas.openxmlformats.org/officeDocument/2006/relationships" id="263" r:id="R61325cded4f74f0c"/>
    <p:sldId xmlns:r="http://schemas.openxmlformats.org/officeDocument/2006/relationships" id="264" r:id="R7c41db5a471145ac"/>
    <p:sldId xmlns:r="http://schemas.openxmlformats.org/officeDocument/2006/relationships" id="265" r:id="Rb3ccdcfd372846a3"/>
    <p:sldId xmlns:r="http://schemas.openxmlformats.org/officeDocument/2006/relationships" id="266" r:id="R922c2ff0631c48ca"/>
    <p:sldId xmlns:r="http://schemas.openxmlformats.org/officeDocument/2006/relationships" id="267" r:id="R0d00340f106548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5be17399d405e" /><Relationship Type="http://schemas.openxmlformats.org/officeDocument/2006/relationships/slideMaster" Target="/ppt/slideMasters/slideMaster1.xml" Id="Ra25177471a254590" /><Relationship Type="http://schemas.openxmlformats.org/officeDocument/2006/relationships/notesMaster" Target="/ppt/notesMasters/notesMaster1.xml" Id="R3b06992bf9824d92" /><Relationship Type="http://schemas.openxmlformats.org/officeDocument/2006/relationships/presProps" Target="/ppt/presProps.xml" Id="R3fbf1fa3bee84fb5" /><Relationship Type="http://schemas.openxmlformats.org/officeDocument/2006/relationships/tableStyles" Target="/ppt/tableStyles.xml" Id="R93d3e1d7dcd64fe4" /><Relationship Type="http://schemas.openxmlformats.org/officeDocument/2006/relationships/slide" Target="/ppt/slides/slide1.xml" Id="R1fe3e271738d4214" /><Relationship Type="http://schemas.openxmlformats.org/officeDocument/2006/relationships/slide" Target="/ppt/slides/slide2.xml" Id="R2a651921192941ba" /><Relationship Type="http://schemas.openxmlformats.org/officeDocument/2006/relationships/slide" Target="/ppt/slides/slide3.xml" Id="R39b7c206b00a4a1c" /><Relationship Type="http://schemas.openxmlformats.org/officeDocument/2006/relationships/slide" Target="/ppt/slides/slide4.xml" Id="R8f6ca6016b864afb" /><Relationship Type="http://schemas.openxmlformats.org/officeDocument/2006/relationships/slide" Target="/ppt/slides/slide5.xml" Id="R75dc17eb12f54f60" /><Relationship Type="http://schemas.openxmlformats.org/officeDocument/2006/relationships/slide" Target="/ppt/slides/slide6.xml" Id="R3d8da93069ea4ccd" /><Relationship Type="http://schemas.openxmlformats.org/officeDocument/2006/relationships/slide" Target="/ppt/slides/slide7.xml" Id="Rf9146524116643b2" /><Relationship Type="http://schemas.openxmlformats.org/officeDocument/2006/relationships/slide" Target="/ppt/slides/slide8.xml" Id="R61325cded4f74f0c" /><Relationship Type="http://schemas.openxmlformats.org/officeDocument/2006/relationships/slide" Target="/ppt/slides/slide9.xml" Id="R7c41db5a471145ac" /><Relationship Type="http://schemas.openxmlformats.org/officeDocument/2006/relationships/slide" Target="/ppt/slides/slide10.xml" Id="Rb3ccdcfd372846a3" /><Relationship Type="http://schemas.openxmlformats.org/officeDocument/2006/relationships/slide" Target="/ppt/slides/slide11.xml" Id="R922c2ff0631c48ca" /><Relationship Type="http://schemas.openxmlformats.org/officeDocument/2006/relationships/slide" Target="/ppt/slides/slide12.xml" Id="R0d00340f1065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c0fd70276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ee1ef77b8845fa" /><Relationship Type="http://schemas.openxmlformats.org/officeDocument/2006/relationships/notesMaster" Target="/ppt/notesMasters/notesMaster1.xml" Id="R7c3b42ea1a2040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7f791bcbe4a79" /><Relationship Type="http://schemas.openxmlformats.org/officeDocument/2006/relationships/notesMaster" Target="/ppt/notesMasters/notesMaster1.xml" Id="Rce7d042bb8984b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53b2e821b48fb" /><Relationship Type="http://schemas.openxmlformats.org/officeDocument/2006/relationships/notesMaster" Target="/ppt/notesMasters/notesMaster1.xml" Id="R9c0adcbc1046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79c71d64eb4710" /><Relationship Type="http://schemas.openxmlformats.org/officeDocument/2006/relationships/notesMaster" Target="/ppt/notesMasters/notesMaster1.xml" Id="R7d95300da9654d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4e1110347405a" /><Relationship Type="http://schemas.openxmlformats.org/officeDocument/2006/relationships/notesMaster" Target="/ppt/notesMasters/notesMaster1.xml" Id="R14aaa669141e4d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1626f7998943c1" /><Relationship Type="http://schemas.openxmlformats.org/officeDocument/2006/relationships/notesMaster" Target="/ppt/notesMasters/notesMaster1.xml" Id="R9c5ab10bcd4e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b4bd078f8146a6" /><Relationship Type="http://schemas.openxmlformats.org/officeDocument/2006/relationships/notesMaster" Target="/ppt/notesMasters/notesMaster1.xml" Id="Rcdb35170b6924e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31389711f148d3" /><Relationship Type="http://schemas.openxmlformats.org/officeDocument/2006/relationships/notesMaster" Target="/ppt/notesMasters/notesMaster1.xml" Id="R47dd0cb4520140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316e6b195542bf" /><Relationship Type="http://schemas.openxmlformats.org/officeDocument/2006/relationships/notesMaster" Target="/ppt/notesMasters/notesMaster1.xml" Id="Rcb8d37af40ee4b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9cc4b75c1498e" /><Relationship Type="http://schemas.openxmlformats.org/officeDocument/2006/relationships/notesMaster" Target="/ppt/notesMasters/notesMaster1.xml" Id="R78c7d4ceb5ca41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65c5853d4f4582" /><Relationship Type="http://schemas.openxmlformats.org/officeDocument/2006/relationships/notesMaster" Target="/ppt/notesMasters/notesMaster1.xml" Id="R44bf22fa098d43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62d99ed98b4bf3" /><Relationship Type="http://schemas.openxmlformats.org/officeDocument/2006/relationships/notesMaster" Target="/ppt/notesMasters/notesMaster1.xml" Id="R87cf414eb213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is the Future of Jobs 2025 core-skills ranking; creative thinking is fourth. Do not open with a lecture. Ask where they used creativity today without making art, take two answers, and go straight to the anchor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to three minutes. Analytical thinking is first and creative thinking fourth, just ahead of motivation and self-awareness. The point is only to justify the next 50 minutes of doing.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numbers on the circles are minutes, not step numbers. DECA's events sit in marketing, business management and administration, finance, and hospitality and tourism, plus entrepreneurship and personal financial literacy.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https://www.deca.org/compete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2 minutes to draft, 1 to circle, 3 to rewrite. Walk the room and ask what got cut, not what got kept. The creative act is the trade-off, not the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https://www.investopedia.com/terms/f/finance.asp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3 minutes to write all three, 3 to read in pairs. If a pair finds a sentence that stretched the truth, read it aloud to the room. That is the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https://www.investopedia.com/terms/f/four-ps.asp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1 minute to complain, 2 to reframe, 3 to write the offer. The unforced test is what kills the assembly-mandate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https://www.investopedia.com/terms/e/entrepreneur.asp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4 minutes to write, 2 to share one script aloud. Ask the room which step they would actually remember a week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https://www.deca.org/compete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2 minutes to draw, 1 to cross out, 3 to redraw. The constraint line is the whole exercise; do not let anyone add staff.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https://www.deca.org/compete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minutes, silent, individual. Do not let this turn into a discussion or the build slot disappears.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to frame, 10 to make, 4 for the test, 3 to prepare the defense. Circulate and ask only one question: what evidence would change your mind?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the sketches. They are the raw material for which business each student wants to study in Meeting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  <a:p xmlns:a="http://schemas.openxmlformats.org/drawingml/2006/main">
            <a:r>
              <a:t>- https://www.deca.org/compete</a:t>
            </a:r>
          </a:p>
          <a:p xmlns:a="http://schemas.openxmlformats.org/drawingml/2006/main">
            <a:r>
              <a:t>- https://www.investopedia.com/terms/f/finance.asp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https://www.investopedia.com/terms/e/entrepreneur.asp</a:t>
            </a:r>
          </a:p>
          <a:p xmlns:a="http://schemas.openxmlformats.org/drawingml/2006/main">
            <a:r>
              <a:t>- https://www.investopedia.com/terms/f/four-ps.asp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c52db4a6147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e4b41967d84589" /><Relationship Type="http://schemas.openxmlformats.org/officeDocument/2006/relationships/slideLayout" Target="/ppt/slideLayouts/slideLayout1.xml" Id="R83d7223edac64c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7223edac64c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a0704866a4915" /><Relationship Type="http://schemas.openxmlformats.org/officeDocument/2006/relationships/notesSlide" Target="/ppt/notesSlides/notesSlide1.xml" Id="R46d7597f5d51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e5f7f09044c24" /><Relationship Type="http://schemas.openxmlformats.org/officeDocument/2006/relationships/notesSlide" Target="/ppt/notesSlides/notesSlide2.xml" Id="R5c3dcc28a66f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907fda4f94361" /><Relationship Type="http://schemas.openxmlformats.org/officeDocument/2006/relationships/notesSlide" Target="/ppt/notesSlides/notesSlide3.xml" Id="R19f4eaedd995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4b100f5734abb" /><Relationship Type="http://schemas.openxmlformats.org/officeDocument/2006/relationships/notesSlide" Target="/ppt/notesSlides/notesSlide4.xml" Id="Rba2f74efb248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0e101be344f27" /><Relationship Type="http://schemas.openxmlformats.org/officeDocument/2006/relationships/notesSlide" Target="/ppt/notesSlides/notesSlide5.xml" Id="R0d6b08dbe36346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c3b66d464337" /><Relationship Type="http://schemas.openxmlformats.org/officeDocument/2006/relationships/notesSlide" Target="/ppt/notesSlides/notesSlide6.xml" Id="Re6c999d6e2c34c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8bf4779904c50" /><Relationship Type="http://schemas.openxmlformats.org/officeDocument/2006/relationships/notesSlide" Target="/ppt/notesSlides/notesSlide7.xml" Id="R6c80a26ad75f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6f59fe9ba49e6" /><Relationship Type="http://schemas.openxmlformats.org/officeDocument/2006/relationships/notesSlide" Target="/ppt/notesSlides/notesSlide8.xml" Id="R5dd6bb5c6a514e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ffc3074874b9d" /><Relationship Type="http://schemas.openxmlformats.org/officeDocument/2006/relationships/notesSlide" Target="/ppt/notesSlides/notesSlide9.xml" Id="R8d692acc80284e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a04968c1445c7" /><Relationship Type="http://schemas.openxmlformats.org/officeDocument/2006/relationships/notesSlide" Target="/ppt/notesSlides/notesSlide10.xml" Id="R0ac254947cfb40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db35491244591" /><Relationship Type="http://schemas.openxmlformats.org/officeDocument/2006/relationships/notesSlide" Target="/ppt/notesSlides/notesSlide11.xml" Id="R6a328914414b46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6a10d4e1b4c0e" /><Relationship Type="http://schemas.openxmlformats.org/officeDocument/2006/relationships/notesSlide" Target="/ppt/notesSlides/notesSlide12.xml" Id="R5cbed582251e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3306E-CE0B-4EFA-A910-2BEA9EE1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776B8-F286-480A-8080-5CCB15CE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DEVELOPMENT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4854A-F5E8-4DDC-8450-AD6D5D96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C4C77-0E16-4EFC-B646-F34C604B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7503B-2BBE-47AC-8694-DEE6698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MEETING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7FAA1-4841-4EEF-AAE7-5BF4BB4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906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Creativity across</a:t>
            </a:r>
          </a:p>
          <a:p xmlns:a="http://schemas.openxmlformats.org/drawingml/2006/main">
            <a:pPr algn="l">
              <a:def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58BC1-9A5D-47B1-8C43-AD5FD56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0A325-6B7B-4356-9816-F1F478D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Five timed rounds, five DECA career areas, one idea you build and defend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E24B3-5F50-448F-8F8F-78E3EEC2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3C1D5-80F3-4F6C-B7C0-A22494A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62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C9A4-0A3F-4F94-A913-82D9B97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35585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564D3-F7B1-49A0-A899-C00DEE07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Creative thinking is a business skill.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44F9E-1D42-4C2E-A409-4F2A0A9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9D35-C25F-4549-8621-CFE7A9F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FF8D9-A481-45B4-834F-24785E68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2D5DC-19C5-430A-9304-86F6B256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475C9-5BFD-4C04-A40F-6A4012E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6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86033-9F76-493A-AE58-CBCD2BE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#4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E4E2B-8F94-47D6-A707-5B3D9FF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1504-5842-41CF-AD5D-DD66BB1E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10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Creative thinking ranks fourth among the core skills employers say workers need today.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46697-4FD1-4ED4-99DA-C645F14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9EDFB-C6BE-445F-9303-C4766EC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84595-EB9A-438D-915E-6EE8944F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116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982DF-0802-41D4-B51C-F1DF3A34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So we are not going to talk about it. You get five rounds, five business lenses, and a concept sketch at the 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418A-6910-45E4-89E4-7E02D3F8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World Economic Forum, Future of Jobs Report 2025, Skills Outlook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4C9CF-DA2B-498A-B559-C7857D9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E5F0B-E8E2-4FA9-9BCA-D6558E0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A9479-9FE6-4BE8-B744-58DAB41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79903-FB32-4168-A0D5-EEFCDB01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464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D4E11-0B5B-4DDE-A778-A7A5A6BD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Five rounds. Five ways to be creative.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EEEA9-256D-4CAA-B174-2954BB9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FC966-2E48-41CB-A0E2-A15AD1D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OF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32320-D4FA-4637-971C-57A68166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Each round is a real business problem from one DECA career area. You produce something in every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AA6BB-3A83-48B6-A775-EC757D09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0D2F4-7CC8-459A-855C-2623CC2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MEETING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5B73F-966B-42A7-98FE-B2904944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26574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C9A8C-8BA9-4379-B3B2-6BCEAB3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AE8DA-1DC2-4029-A105-9B61F32A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200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3222D-09BC-4117-9A97-7EBDA23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ROUNDS 1 TO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23708-8A35-4740-9123-537C57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2764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Finance and marketing. Money and message.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AEE35-7367-4C75-9174-39F6FEDD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26574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4BD4C-9019-48F8-98FC-94C747D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61549-7001-4947-BC7E-FC4924C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00350"/>
            <a:ext cx="2200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950E7-DADB-4690-BA73-60F290CA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ROUND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B91C3-C2B5-4679-A0AD-9C021B84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19600"/>
            <a:ext cx="22764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Entrepreneurship. A complaint becomes an offer.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42A5D-7501-4060-858E-C54EE2BB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6574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F86D2-0956-4DFE-B2AD-4A123FB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3FAA1-CD7E-4DE4-9CC2-5885A350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200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8B660-64C5-49E8-88D1-A33A3EA3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ROUNDS 4 TO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49ACD-2C25-4D06-9923-64C2509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22764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Hospitality and operations. Feel and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F5347-8208-4960-A962-90C79895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47950"/>
            <a:ext cx="265747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A4974-6590-4778-94B7-BBF7570C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47950"/>
            <a:ext cx="2657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98956-633E-4250-975E-63BB9B63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00350"/>
            <a:ext cx="2200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B4FA3-F644-4408-A7AA-179A638C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2905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4B1DC-2481-4766-A249-1352F10C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19600"/>
            <a:ext cx="22764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Pick your best round and make the sketch.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CFC0F-E267-448D-9699-9784ECF1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DECA, Competitive Events Program career clusters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086DB8-1544-45DB-A473-E41529B6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B730F-D390-4ECC-A041-541A5506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7C659-B007-47B4-814E-D4435D85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6BE2B-DF27-4EE3-A3C8-E094AA41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0989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9BFC6-78FF-4EDC-9FBB-7E4ABEC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Build a budget that survives bad news.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FF0F3-150B-4FA0-AC45-6A2F4A24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55E83-202D-4E92-9DB3-0DF9731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OF 5 · FINANCE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81389-72A9-41FE-864B-810A4735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59CAC-6B52-4A39-B635-0944C012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C28C-1F3D-45E7-AAF4-277771A2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D652F-F8EC-4B21-9FA0-CFDB904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05B63-2F17-4C92-8E0E-C114B2EE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4B1FE-EF84-4704-87F0-A1DC94E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B9FB9-02EE-488C-9854-D2532CF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3A9FE-81DC-47AF-8F9E-C042114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 have $500 to launch a school pop-up. Write five lines of spending.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DFCFE-A710-4DC0-8BBF-9FAB560B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2D43D-701B-4A0A-92AC-40361EAC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B3C25-40E8-4FE7-B38B-4BF60700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Circle the one line you would protect if you lost half the money.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807BA-DCA0-4284-BD62-7E78F8A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36339-A3C6-40E5-9444-5233D18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5C7EE-8445-4D6A-B5C3-1764BCF1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Now one cost doubles. Rewrite the budget without cutting the circled 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546E7-4BDC-477E-9727-2B9686A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48A12-397D-41FA-85A0-B819E01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D22EF-5213-4702-BB76-D00EB6D6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CB944-3C9B-41EB-B301-3D21AFFE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five-line budget with one protected item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091BC-EF17-460C-A371-B5233838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FE0C0-164C-424A-A554-7E9CA25D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Keep this. It is the first evidence you can make a trade-off on purpose.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E31CA-BA1B-4E76-9E16-8A72EA8A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Finance is the study and management of money and financial resources.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4E1E9-FE3E-47E9-AA5F-28393A25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Finance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28017-0090-4B33-823C-8D53596E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3DA47-1D9F-4FE4-BF1B-716EDE3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CA150-31CF-4C9B-B5A7-2F720FC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537C3-3E24-40E5-9722-7E94AE49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3286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A2A25-62F6-4FA3-97AF-C7B04C9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Sell the same thing three different ways.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4BC4A-F615-4ADD-8968-893A27B6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E1886-171A-4B80-B6BF-FE9E4E0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2 OF 5 · 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BF1D8-C099-498F-B4E1-C395A5C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11830-083C-4E49-BB71-7BAEC95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CB60D-0261-4079-9F89-F7E5B97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5E42E-8155-4354-AE6F-A5C5BD0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AAEA0-6FA8-4191-88BB-FA043EA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C3FF0-11AC-45C7-AB36-699AF33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5797D-A819-4D6B-81E4-B258B3E1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B5CA2-1331-43A5-9C47-4CABA965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 student tutoring service. Write one sentence selling it to a student.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FE0EF-D94E-47D7-AADB-81182D9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7C487-C534-477E-ACE0-47DCBE3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798D9-978D-4344-9963-5031F649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Rewrite it for a parent. Then rewrite it for a principal.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62897-BF63-4264-8822-E3A17EB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6F935-F3A2-4242-881F-31EB909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4F7DB-36DD-44E7-A98C-1CD14F7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Read all three to a partner. Nothing in them may be untrue.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194A2-6025-49A8-A547-0221598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D376F-F91F-4243-8451-F2DB0D5E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3B6BC-9F56-4575-8A40-7ACA2803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29B6A-5267-420B-8E80-11EB9B8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one-line messages for three audiences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F823D-50F2-422F-907D-3B9474FC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93812-4C74-4DD0-9EF3-E948D65D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This is the exact move you will make for a real business in Meeting 5.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5292D-33CA-40C3-8458-D848CD1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Marketing is everything a company does to promote and sell what it offers.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054CA-5475-4188-9FC1-6681765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1BD93-01DF-4FBD-8392-BB39C1A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ED143-06DE-46E1-86A8-FC6B69A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70474-E4CE-4F66-B260-B549D4BC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A398F-358D-4C20-BC58-C7B8DEBC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722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4B3B6-93F0-4289-8655-35530F68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Turn a complaint into something people would choose.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1B8DF-E7D8-47FE-8812-8F44AB82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34D7D-D743-4025-8BDE-C258EA32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3 OF 5 · ENTREPRENEURSHIP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04414-14E6-411F-9901-69A2803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EC578-8081-4A9D-8F73-905D8B81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971F8-90AD-4995-AE52-E4408F4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8CF75-C240-496B-B9BA-405C162E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22553-4371-4522-B458-6480391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AF307-E835-40C7-AF91-6307D8B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D0803-7569-4BD0-A9D2-91A7166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B05B0-6DEA-4EC2-BBB1-B853DEE8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down one thing about school that genuinely annoys you.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AF8E4-9918-41BB-B843-BCF26C1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0256D-6FC1-4603-B9DF-DC81655A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B5A21-7210-4619-AED3-4FC4FA23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Rewrite it as a need: someone wants ___ but cannot get it because ___.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A0BC3-DF80-4114-B543-8A63CBD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D9C5D-566F-4B84-83FE-55536BC2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17F06-E6C4-4589-9F1A-226622C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offer. It only counts if students would use it unforced.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EB86E-539E-4401-96C8-17A2779B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FE778-0E1C-4559-8255-ED66E0E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A03BE-6681-40BB-857B-A0BB7119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3F2BD-15E4-40E4-87DB-8385594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need statement and one offer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88DAA-5A54-4285-AFF2-CDDA2BD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ED7B4-B099-4F9C-989C-E242BF53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Most concept sketches at the end of today come out of this round.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3CC3A-B7C5-4C83-9749-92710906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An entrepreneur spots an opportunity and takes on the risk of building something to meet it.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FD8AA-CE07-4540-95A3-009BF0DE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Entrepreneur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98B1F-9171-4785-B3B8-46AF195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3FC4A-7691-4BF8-A2A5-369BF98A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D455F-C0C6-436B-9FA9-72ABB1B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DD22B-9DBB-424D-B848-1D7B6D7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1685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88615-30BB-410F-B6AF-150C84D9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Fix ten bad minutes for a real person.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F3EC2-420F-428C-A587-91C54A00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C9C9-B88D-44F3-B0B4-0B353E0E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4 OF 5 · HOSPITALITY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902B5-4DE0-47D5-AD04-D153AC29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634B7-0BF6-41B8-80D6-80006A91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640BD-89D6-4E53-9DB5-155C84C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4C6C1-2835-4CD2-B7D7-C2360FC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564AD-79DB-4246-A287-169CAB5B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A8952-16A4-4A11-A8F7-D08A32C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31959-CD0D-4456-9588-86D90D9E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9FB60-E12D-4F87-950F-DCC3BD75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 family arrives early, tired, and their room is not ready.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4476D-7717-4338-A322-A210BC7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D482E-376C-429F-8870-31F0D56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0D811-3D3A-4FA4-9537-C2DB86E4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a four-step recovery, one line each, that takes ten minutes.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16595-D798-4D00-80F5-066DE1D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D89B7-7BF2-46A5-8E3A-B7B95CD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89648-815A-4B4C-AC1B-BBD93D46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Mark the step that costs the business nothing.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37B4F-DA3A-450D-BAD0-C55829B1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CD6E9-4D44-450E-8CDE-B2CC725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58DFD-DD60-4511-B1E4-01F1AD47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3A528-0220-4BF6-BC46-041741C7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four-step service recovery 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AEBD0-DB87-46D6-874D-DD444F20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99382-41F2-43DE-B4DC-92807FA4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Notice how much of it was free. That is usually where the creativity was.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266E1-331E-4951-8306-D59F26BE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Hospitality and tourism is one of DECA's four career clusters: service, operations, and the guest experience.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517BA-A3B4-41D7-AB62-1DD2A183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DECA, Competitive Events Program career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56464-034C-41FA-8285-8DB94954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A97F6-1717-443B-900F-B31BA14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F13C0-8EB5-45B0-B479-605A4F7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7ADE5-D446-4E82-8463-EF9F392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5752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E075F-000D-4E09-8834-20A56F8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Kill the lunch line without spending anything.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440C9-A217-4382-9582-9ABA6C5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48D11-00D6-4939-A0E9-E20DD946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5 OF 5 · BUSINESS ADMINISTRATION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33D78-D323-4D55-AC77-840E2399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C427-E599-4676-8CCD-5AAE0112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1B354-70D6-45EF-889F-BF96A858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0544-CF32-4B55-9139-D3BF4746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46D99-469B-415A-89B5-DA8012F0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4B098-75D3-4496-BE1A-1E2B36A6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A5B45-CDCD-43B2-91EE-0C3B0B5E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8BC4D-C80F-4EB6-9943-27E15C2E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Sketch how the school store line works now, as five boxes.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37A1F-B7C0-4CAF-B9D5-8E91F43C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CF153-D1A8-49C8-A11B-E561D207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77B1A-A668-4436-A490-2AF93B5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Cross out every box that does not have to happen at the counter.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482C8-5F1F-460B-9ADE-B88D848B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D9C45-16A4-4795-9851-4CF48B8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FA641-0D6D-4996-A342-7600F5E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Redraw it. No new staff, no more space, no new equipment.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F2027-7111-46D5-9426-87573B84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4ACCE-3FD2-439F-B087-83B6A80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BF9D4-2DCF-45E2-97A6-D9C4C4CE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70643-6A9F-41A0-AB20-C208C969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before-and-after process sketch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2959D-3C6C-4A2C-9D4D-D5DF58C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E9CE6-B1E9-4E02-81AF-50148492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process change can beat a marketing campaign. This round proves it fastest.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8BE17-EA9F-4084-85CF-372F74C9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Business management and administration coordinates people, information, and operations to meet goals.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A8358-013E-4367-AFC9-0FF26ADE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DECA, Competitive Events Program career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06ED8-B2A6-48CD-B674-BFC83CCF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E7D53-0D24-40F6-9BF1-D30078B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B5F7C-4AF0-4840-A5A8-6315EC4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596D4-5576-4358-A80D-557C0DFB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9995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71DF1-F64E-4462-A0F5-879A801E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of your five is actually worth building?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7DD53-AF9B-47BA-B75C-07AD6E3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EB377-4068-4BB9-9FD9-36A9C80B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PICK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C8EBC-181B-4166-872B-BC0B6DEF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Two minutes. Run every round you just did against these six, and keep the one that scores highest.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79D13-A36F-4A55-9F4D-87E4EC3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2F553-58E2-4E73-8DCF-589FFB0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072AC-45D7-40CF-89A8-64DE580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9F4C6-86AB-4C33-A9E5-F23A9C8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14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It solves a problem you can name in one sentence.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BA5FA-6359-468A-9C90-5E02F0C1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0A49F-C9C7-4343-A107-9F7575B0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9A010-F0E9-4E13-AF97-8EDF316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67209-3471-47B0-8181-5DC883C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 specific person benefits, not everyone.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EE611-75D8-4C70-851B-32DB86D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949E0-D534-416F-8A00-E66145D7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3E933-9BD1-4C34-9EB2-F94BB64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D232F-B765-4AEE-9928-2599A52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38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It works under the limit you were given.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BC36E-09AF-40D0-842B-3ACF5D1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F4F84-526C-4EC1-9F07-1B17C333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C1346-8041-489F-AF97-84422BDA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8C36F-5598-4B19-8FBD-6DD0A1DB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14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Someone would choose it without being told 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CA057-DE23-40EA-83F4-5DD66EBF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5B35A-403B-4DDE-A90E-61269CB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E6DB3-E3CF-4ADA-A222-FE2F5769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61EC0-C729-4740-8A6D-DEF3BB5A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76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 could test it this month.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70D88-ECD9-4DE3-9E1E-F79E1FC0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52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584E2-780D-4687-B5CE-EB310E1F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52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2D47A-0980-4B41-A56D-676D106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79529-6421-4A50-9E7F-4B781F5C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38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 still want to talk about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C15642-E77F-4FE6-B48D-56CF6A63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1163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C70D6-A885-4290-A954-C80FD98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74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If two rounds tie, take the one you argued about with your partner. Disagreement usually means there is something real there.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5A032-9A30-4717-A698-DD11BDD4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selection bar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0DD2F-DA17-4EB0-8712-DA808837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64DE5-31CD-4145-AE80-266EE7E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92E798-E500-4942-9B37-FDC4645E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B5AE38-1E4A-4D50-A841-4B9277FF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7255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8FDDA-75F6-4789-BABC-72379CA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the concept sketch.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44B51-8CB0-4CD9-B09B-978CE2A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B1D4-47F0-41D7-A4E9-8C6B52A9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1CF88-529F-4288-A20E-F9397798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CCF85-151D-43DB-9193-D249BC2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05466-D3F4-42B7-938D-175DC122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A91A9-045E-4CCD-B6AA-88B72F1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BE7A0-BAB7-4C55-978C-F12404D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B72A2-FEB6-4ADE-81F0-9AD0061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49655-10F3-461B-B525-7EF7083D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Name the business or place, and the DECA area you are working 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2DC0B-6065-4D42-9C2A-D6E43BC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CD28A-089E-4F82-AFD4-E91629CF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2721E-11D5-45D7-843B-E470194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need and the constraint in one sentence each.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0EE9E-150B-418F-A8BA-D96C64A3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13D16-8100-45DA-9A2D-BC74A219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44668-3808-4916-9879-1241830D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Draw or describe the idea. One page, no more.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1BAA2-7AB6-4250-9FEB-732680B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A6248-5535-459F-9B50-5172A248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BCA28-F376-49ED-8770-6412636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smallest test that would tell you if you are wrong.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1BA51-573E-4E30-83E7-69D10E0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5123F-19E5-4E16-9F09-5513566B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25F8A-0C7F-4D70-BAE3-0F298A25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8003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1CF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C29E2-B7F9-4D15-B1F0-B3406A96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05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One-page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concept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sketch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70698-A52F-4E6F-BB05-061853DB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BA55E-4F69-4CF3-B6A0-948B2F10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You will be asked to defend one choice in 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6F75E-D6DD-484C-BE26-F1781818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1 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E0C1C-01C1-4A8F-BA74-6FA4B697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40ACE-FA7D-4C7F-8F14-D49C45E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955DD6-2BA0-4990-A8FC-734BA199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A1EEE9-FA0D-41A0-9728-2A66460A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69822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F1E08-9A42-4F53-A6F4-E29415D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Sixty seconds each. Say the choice, not the idea.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D97E7-D2E3-4AA1-85A1-C4F458AA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F6DC3-584E-4678-8380-72BDD0BB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DEFEND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F5465-8ADF-4772-9DB2-87CE2C8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44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4F7E1-DD4A-41C6-875E-584583D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320B3-A3A4-478F-8A90-9CB2C6C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448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6524D-196F-4F7D-A2CC-194214E0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E0C03-881F-4CE4-B648-14F902B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constraint made it better?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E74E8-DBCC-4560-9A71-15B8BD86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35E8E-7650-4B78-B6A6-A0299D2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Who exactly is it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63BB9-C0E8-4836-B769-317AF3E9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FC26B-8EE9-4E2D-9F26-8C842FF1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would you test first?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A6C9D-2C6F-42BA-A207-DAA854C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AF3F4-A8D7-479C-81C0-10EB0D0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8FF9E-42C3-47E2-A8B7-4C1CF78D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486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F1393-66B3-42D0-9B6E-EB89AE0A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5EF36-8F21-4FB2-9D97-1D19D85B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578D8-32D0-4E4D-89F8-1EACD2FE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724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Meet the partner businesses, take apart how one of them actually makes money, and leave with five research questions.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75865-8D84-407F-8CE7-9548777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DCC51-0B1D-4EF0-8535-32FB38D0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772A3-F777-47F1-8329-D6DF5E5F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E525F-303F-47E1-A7C4-25632463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7225F-A6F3-408D-B0F6-5DBC29D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8785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3FA390-3BE6-4BEC-85D2-92F8729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434A0-7D5D-478C-9919-2947725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268A-E876-43A0-A3C3-35665273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7DEC8-D494-4D7B-9A47-2C3BC330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C870-4F03-45A3-A801-1FC9BCB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AF5CD-8107-48AB-97C6-90B1E0F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0B8F8-81DB-4948-8AEE-CACDCC46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World Economic Forum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5FF7D-EE41-4FED-B806-5588C4A7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Future of Jobs Report 2025, Skills Outlook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3A53C-A485-41AD-8450-E95321F5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weforum.org/publications/the-future-of-jobs-report-2025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07D2B-8187-4B47-BBFE-D16D897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EF52F-2E7C-44C9-BF7B-9B5B3A45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E218A-99CB-4C4B-8DD3-010808E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DA1A6-6F6E-41EA-BCAF-1030BFA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Events Program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6CE3D-4FDE-410F-B0E4-755AE564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deca.org/compete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1C244-47F6-4E0B-946F-0AD23D65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59F19-70B3-4C5A-A6CB-53BA761E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3E3D4-07A9-4EDA-9111-9C9C0CCC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D4405-D44B-4B3E-A482-C4C67493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8933B-E3B8-4274-8E35-F5CBD031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investopedia.com/terms/f/finance.asp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B051A-F840-4938-8473-7008C965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CBA22-DCE6-4A22-B673-7A85B09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BEC5B-CA50-4A34-9F35-8C3AE215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53693-1CBA-4AF3-94E8-D530627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6432A-1508-427E-A1F7-1761E40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investopedia.com/terms/m/marketing.asp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D4104-663B-4AEB-AA32-E22C4B5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87D37-771A-4A19-9E8C-FB8BD2EB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7D8A4-D701-4A15-96C5-966F3C7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92BE3-5B23-4362-A7E9-19F90D4B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Entrepreneur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D91A1-BA9E-4C45-A1E2-D1B0D59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investopedia.com/terms/e/entrepreneur.asp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61B63F-767C-4844-81C7-91F00276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C0CC9-3EB5-494F-B0BF-7EDB60E9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114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F00174-3ADC-4827-986C-F69A0826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96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E171E-F771-4C95-8D45-11FC51A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76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4 Ps of Marketing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A3B0F7-C958-47CF-9D18-E96FDBF7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197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investopedia.com/terms/f/four-ps.asp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200AD-D098-44B2-BFEC-3D36232E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1DD501-3F64-4F2B-8FB3-0A9D05A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6FABD2-D9AF-42C9-B3D5-A0F8539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BADFA-01EE-4E2F-BB6C-D4AD3CD3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DDB45E-1753-4546-A09D-381F6FF3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8265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2026-09-25T01:32:01.0640000Z</dcterms:created>
  <dcterms:modified xsi:type="dcterms:W3CDTF">2026-09-25T01:32:01.0640000Z</dcterms:modified>
</coreProperties>
</file>