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0c3a392fdf422c" /><Relationship Type="http://schemas.openxmlformats.org/officeDocument/2006/relationships/extended-properties" Target="/docProps/app.xml" Id="R39e65382d2f0401a" /><Relationship Type="http://schemas.openxmlformats.org/officeDocument/2006/relationships/officeDocument" Target="/ppt/presentation.xml" Id="R4844ef21febb49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79bad81ef542d1"/>
  </p:sldMasterIdLst>
  <p:notesMasterIdLst>
    <p:notesMasterId xmlns:r="http://schemas.openxmlformats.org/officeDocument/2006/relationships" r:id="R4affcc4b7c1d4b4f"/>
  </p:notesMasterIdLst>
  <p:sldIdLst>
    <p:sldId xmlns:r="http://schemas.openxmlformats.org/officeDocument/2006/relationships" id="256" r:id="R86b346972b8d4e41"/>
    <p:sldId xmlns:r="http://schemas.openxmlformats.org/officeDocument/2006/relationships" id="257" r:id="Raa058f86b7584d26"/>
    <p:sldId xmlns:r="http://schemas.openxmlformats.org/officeDocument/2006/relationships" id="258" r:id="R62a5869129af4af1"/>
    <p:sldId xmlns:r="http://schemas.openxmlformats.org/officeDocument/2006/relationships" id="259" r:id="Rf41fd0983f9e44a9"/>
    <p:sldId xmlns:r="http://schemas.openxmlformats.org/officeDocument/2006/relationships" id="260" r:id="R7032d999210c4666"/>
    <p:sldId xmlns:r="http://schemas.openxmlformats.org/officeDocument/2006/relationships" id="261" r:id="R3186534acb8c403a"/>
    <p:sldId xmlns:r="http://schemas.openxmlformats.org/officeDocument/2006/relationships" id="262" r:id="R92f13658652f4c54"/>
    <p:sldId xmlns:r="http://schemas.openxmlformats.org/officeDocument/2006/relationships" id="263" r:id="R19591ffe319549df"/>
    <p:sldId xmlns:r="http://schemas.openxmlformats.org/officeDocument/2006/relationships" id="264" r:id="Rca495b3deb9b496d"/>
    <p:sldId xmlns:r="http://schemas.openxmlformats.org/officeDocument/2006/relationships" id="265" r:id="R15d2fb1ed7ce4824"/>
    <p:sldId xmlns:r="http://schemas.openxmlformats.org/officeDocument/2006/relationships" id="266" r:id="R9aa4d04258694142"/>
    <p:sldId xmlns:r="http://schemas.openxmlformats.org/officeDocument/2006/relationships" id="267" r:id="R52b8c8b261df470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e1bc213ec743ee" /><Relationship Type="http://schemas.openxmlformats.org/officeDocument/2006/relationships/slideMaster" Target="/ppt/slideMasters/slideMaster1.xml" Id="Re379bad81ef542d1" /><Relationship Type="http://schemas.openxmlformats.org/officeDocument/2006/relationships/notesMaster" Target="/ppt/notesMasters/notesMaster1.xml" Id="R4affcc4b7c1d4b4f" /><Relationship Type="http://schemas.openxmlformats.org/officeDocument/2006/relationships/presProps" Target="/ppt/presProps.xml" Id="R48765577da884d71" /><Relationship Type="http://schemas.openxmlformats.org/officeDocument/2006/relationships/tableStyles" Target="/ppt/tableStyles.xml" Id="R2ac347e9358a4e34" /><Relationship Type="http://schemas.openxmlformats.org/officeDocument/2006/relationships/slide" Target="/ppt/slides/slide1.xml" Id="R86b346972b8d4e41" /><Relationship Type="http://schemas.openxmlformats.org/officeDocument/2006/relationships/slide" Target="/ppt/slides/slide2.xml" Id="Raa058f86b7584d26" /><Relationship Type="http://schemas.openxmlformats.org/officeDocument/2006/relationships/slide" Target="/ppt/slides/slide3.xml" Id="R62a5869129af4af1" /><Relationship Type="http://schemas.openxmlformats.org/officeDocument/2006/relationships/slide" Target="/ppt/slides/slide4.xml" Id="Rf41fd0983f9e44a9" /><Relationship Type="http://schemas.openxmlformats.org/officeDocument/2006/relationships/slide" Target="/ppt/slides/slide5.xml" Id="R7032d999210c4666" /><Relationship Type="http://schemas.openxmlformats.org/officeDocument/2006/relationships/slide" Target="/ppt/slides/slide6.xml" Id="R3186534acb8c403a" /><Relationship Type="http://schemas.openxmlformats.org/officeDocument/2006/relationships/slide" Target="/ppt/slides/slide7.xml" Id="R92f13658652f4c54" /><Relationship Type="http://schemas.openxmlformats.org/officeDocument/2006/relationships/slide" Target="/ppt/slides/slide8.xml" Id="R19591ffe319549df" /><Relationship Type="http://schemas.openxmlformats.org/officeDocument/2006/relationships/slide" Target="/ppt/slides/slide9.xml" Id="Rca495b3deb9b496d" /><Relationship Type="http://schemas.openxmlformats.org/officeDocument/2006/relationships/slide" Target="/ppt/slides/slide10.xml" Id="R15d2fb1ed7ce4824" /><Relationship Type="http://schemas.openxmlformats.org/officeDocument/2006/relationships/slide" Target="/ppt/slides/slide11.xml" Id="R9aa4d04258694142" /><Relationship Type="http://schemas.openxmlformats.org/officeDocument/2006/relationships/slide" Target="/ppt/slides/slide12.xml" Id="R52b8c8b261df47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b180b61dfa4a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3e0a9b72ec487d" /><Relationship Type="http://schemas.openxmlformats.org/officeDocument/2006/relationships/notesMaster" Target="/ppt/notesMasters/notesMaster1.xml" Id="R428ea9faf9134d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6f93645728d437a" /><Relationship Type="http://schemas.openxmlformats.org/officeDocument/2006/relationships/notesMaster" Target="/ppt/notesMasters/notesMaster1.xml" Id="Ra0081a861e2447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04b7dbf7f64078" /><Relationship Type="http://schemas.openxmlformats.org/officeDocument/2006/relationships/notesMaster" Target="/ppt/notesMasters/notesMaster1.xml" Id="R8b753d3af17f40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c132b3df964f0d" /><Relationship Type="http://schemas.openxmlformats.org/officeDocument/2006/relationships/notesMaster" Target="/ppt/notesMasters/notesMaster1.xml" Id="R301d44fc80ce4c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f1910d935f14313" /><Relationship Type="http://schemas.openxmlformats.org/officeDocument/2006/relationships/notesMaster" Target="/ppt/notesMasters/notesMaster1.xml" Id="Re9e4b12367274b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39baca0ec841c7" /><Relationship Type="http://schemas.openxmlformats.org/officeDocument/2006/relationships/notesMaster" Target="/ppt/notesMasters/notesMaster1.xml" Id="R8637bb3a5ca0499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c4d4a4b9d8b4d1c" /><Relationship Type="http://schemas.openxmlformats.org/officeDocument/2006/relationships/notesMaster" Target="/ppt/notesMasters/notesMaster1.xml" Id="R6c292b5a938c4e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f97bb92b7c4a0e" /><Relationship Type="http://schemas.openxmlformats.org/officeDocument/2006/relationships/notesMaster" Target="/ppt/notesMasters/notesMaster1.xml" Id="R8f5e48780a0740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7f60f3d0eb4bfd" /><Relationship Type="http://schemas.openxmlformats.org/officeDocument/2006/relationships/notesMaster" Target="/ppt/notesMasters/notesMaster1.xml" Id="R2008b3c38c0e49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eb87a8394b04417" /><Relationship Type="http://schemas.openxmlformats.org/officeDocument/2006/relationships/notesMaster" Target="/ppt/notesMasters/notesMaster1.xml" Id="Re7ec017268a0477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775f8a3fdd1453b" /><Relationship Type="http://schemas.openxmlformats.org/officeDocument/2006/relationships/notesMaster" Target="/ppt/notesMasters/notesMaster1.xml" Id="R56d683c4a7314c0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6b8c0ace6b4687" /><Relationship Type="http://schemas.openxmlformats.org/officeDocument/2006/relationships/notesMaster" Target="/ppt/notesMasters/notesMaster1.xml" Id="R09bb5e37dd7c4c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open with a lecture. Ask where they used creativity today without making art, take two answers, and go straight to the anchor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to three minutes. Analytical thinking is first and creative thinking fourth, just ahead of motivation and self-awareness. The point is only to justify the next 50 minutes of doing.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https://www.weforum.org/publications/the-future-of-jobs-report-2025/in-full/3-skills-outlook/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numbers on the circles are minutes, not step numbers. DECA's events sit in marketing, business management and administration, finance, and hospitality and tourism, plus entrepreneurship and personal financial literacy.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https://www.deca.org/compete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2 minutes to draft, 1 to circle, 3 to rewrite. Walk the room and ask what got cut, not what got kept. The creative act is the trade-off, not the 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https://www.investopedia.com/terms/f/finance.asp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3 minutes to write all three, 3 to read in pairs. If a pair finds a sentence that stretched the truth, read it aloud to the room. That is the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https://www.investopedia.com/terms/m/marketing.asp</a:t>
            </a:r>
          </a:p>
          <a:p xmlns:a="http://schemas.openxmlformats.org/drawingml/2006/main">
            <a:r>
              <a:t>- https://www.investopedia.com/terms/f/four-ps.asp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1 minute to complain, 2 to reframe, 3 to write the offer. The unforced test is what kills the assembly-mandate ideas.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https://www.investopedia.com/terms/e/entrepreneur.asp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4 minutes to write, 2 to share one script aloud. Ask the room which step they would actually remember a week later.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https://www.deca.org/compete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2 minutes to draw, 1 to cross out, 3 to redraw. The constraint line is the whole exercise; do not let anyone add staff.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https://www.deca.org/compete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Two minutes, silent, individual. Do not let this turn into a discussion or the build slot disappears.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 to frame, 10 to make, 4 for the test, 3 to prepare the defense. Circulate and ask only one question: what evidence would change your mind?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Collect the sketches. They are the raw material for which business each student wants to study in Meeting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if students or reviewers want the research base.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https://www.weforum.org/publications/the-future-of-jobs-report-2025/in-full/3-skills-outlook/</a:t>
            </a:r>
          </a:p>
          <a:p xmlns:a="http://schemas.openxmlformats.org/drawingml/2006/main">
            <a:r>
              <a:t>- https://www.deca.org/compete</a:t>
            </a:r>
          </a:p>
          <a:p xmlns:a="http://schemas.openxmlformats.org/drawingml/2006/main">
            <a:r>
              <a:t>- https://www.investopedia.com/terms/f/finance.asp</a:t>
            </a:r>
          </a:p>
          <a:p xmlns:a="http://schemas.openxmlformats.org/drawingml/2006/main">
            <a:r>
              <a:t>- https://www.investopedia.com/terms/m/marketing.asp</a:t>
            </a:r>
          </a:p>
          <a:p xmlns:a="http://schemas.openxmlformats.org/drawingml/2006/main">
            <a:r>
              <a:t>- https://www.investopedia.com/terms/e/entrepreneur.asp</a:t>
            </a:r>
          </a:p>
          <a:p xmlns:a="http://schemas.openxmlformats.org/drawingml/2006/main">
            <a:r>
              <a:t>- https://www.investopedia.com/terms/f/four-ps.asp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94ec86ef8e46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85b364f1b840e6" /><Relationship Type="http://schemas.openxmlformats.org/officeDocument/2006/relationships/slideLayout" Target="/ppt/slideLayouts/slideLayout1.xml" Id="R1ab5b79d1c7b4f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b5b79d1c7b4f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e1651d9c7e4f87" /><Relationship Type="http://schemas.openxmlformats.org/officeDocument/2006/relationships/image" Target="/ppt/media/image.png" Id="R75ddfb1d5c9342cb" /><Relationship Type="http://schemas.openxmlformats.org/officeDocument/2006/relationships/notesSlide" Target="/ppt/notesSlides/notesSlide1.xml" Id="Rf99a712229fe44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e722d2897d4999" /><Relationship Type="http://schemas.openxmlformats.org/officeDocument/2006/relationships/notesSlide" Target="/ppt/notesSlides/notesSlide2.xml" Id="Rba9be64436c94fb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72f841a6a748c7" /><Relationship Type="http://schemas.openxmlformats.org/officeDocument/2006/relationships/notesSlide" Target="/ppt/notesSlides/notesSlide3.xml" Id="R9378d7bfa16444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2146dd12e443c7" /><Relationship Type="http://schemas.openxmlformats.org/officeDocument/2006/relationships/notesSlide" Target="/ppt/notesSlides/notesSlide4.xml" Id="R5ff8ea5993734a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8cd8e475ed487d" /><Relationship Type="http://schemas.openxmlformats.org/officeDocument/2006/relationships/notesSlide" Target="/ppt/notesSlides/notesSlide5.xml" Id="Re4da9945f4114c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87cd0e49e4081" /><Relationship Type="http://schemas.openxmlformats.org/officeDocument/2006/relationships/notesSlide" Target="/ppt/notesSlides/notesSlide6.xml" Id="R02e63d8012484a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d3ab6a75248a1" /><Relationship Type="http://schemas.openxmlformats.org/officeDocument/2006/relationships/notesSlide" Target="/ppt/notesSlides/notesSlide7.xml" Id="R0f35aa414d414e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6023d15ac74d45" /><Relationship Type="http://schemas.openxmlformats.org/officeDocument/2006/relationships/notesSlide" Target="/ppt/notesSlides/notesSlide8.xml" Id="R1c84467215864c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0b04aae9f34b24" /><Relationship Type="http://schemas.openxmlformats.org/officeDocument/2006/relationships/notesSlide" Target="/ppt/notesSlides/notesSlide9.xml" Id="R26156640a62c4e7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9e9099a944046" /><Relationship Type="http://schemas.openxmlformats.org/officeDocument/2006/relationships/notesSlide" Target="/ppt/notesSlides/notesSlide10.xml" Id="R5b1a8e7c72a0472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e080f833b495b" /><Relationship Type="http://schemas.openxmlformats.org/officeDocument/2006/relationships/notesSlide" Target="/ppt/notesSlides/notesSlide11.xml" Id="R8e306dd2edb640e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2666f3c66d4cfd" /><Relationship Type="http://schemas.openxmlformats.org/officeDocument/2006/relationships/notesSlide" Target="/ppt/notesSlides/notesSlide12.xml" Id="Rdcee729b2f274b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ddfb1d5c9342c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0979C3-DAC1-4DBE-BE31-2B8A0AB2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524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2E322-3050-4460-8F6B-12CBCB97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E37D9-7C81-4D69-8EAE-3852B3D6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685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FF1ABE-61BF-4ED6-A534-CFAC7087A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47625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Creativity across</a:t>
            </a:r>
          </a:p>
          <a:p xmlns:a="http://schemas.openxmlformats.org/drawingml/2006/main">
            <a:pPr algn="l">
              <a:def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business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190D2D-1123-4771-AC9B-08A48CBE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476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Five timed rounds, five DECA career areas, one idea you build and defend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8FBC0-0F64-407D-9BD3-D733B3FA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Meeting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08D742-8866-44D2-9684-A97ED0BC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Designed by Jada Lin and Olivia Zheng</a:t>
            </a:r>
          </a:p>
          <a:p xmlns:a="http://schemas.openxmlformats.org/drawingml/2006/main">
            <a:pPr algn="l">
              <a:def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Great Neck South</a:t>
            </a:r>
          </a:p>
        </p:txBody>
      </p:sp>
    </p:spTree>
    <p:extLst>
      <p:ext uri="{BB962C8B-B14F-4D97-AF65-F5344CB8AC3E}">
        <p14:creationId xmlns:p14="http://schemas.microsoft.com/office/powerpoint/2010/main" val="3086190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A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523C1-559E-493F-AB43-4CCB7C7E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THE ONLY THING WE TEACH TODAY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869503-D108-4BD4-8131-90175525C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810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Creative thinking is a business skill.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533EEA-4CF7-4704-A6EE-7282C102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0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70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#4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B9A6A3-3B20-41C9-A7FF-88767E11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52700"/>
            <a:ext cx="666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Creative thinking ranks fourth among the core skills employers say workers need today.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12D1DB-53FB-47D0-B5D6-38EB883B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9858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655C84-883D-4235-B2E8-44CA0D61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So we are not going to talk about it. You get five rounds, five business lenses, and a concept sketch at the end.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9E9E7B-0A30-4F84-9C45-3DEE2BD6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822856-C31B-4866-9967-B4876033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Source: World Economic Forum, Future of Jobs Report 2025, Skills Outlook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A0B7A-915A-4AEE-9FC0-DFA899C9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382173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297F3B-6364-4C4D-B8F1-A4D95D89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RUN OF SHOW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1E7072-526B-4FA5-B527-99DB1315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Five rounds. Five ways to be creative.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B419B8-5FDB-4E23-8404-B567843C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Each round is a real business problem from one DECA career area. You produce something in every one.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132EAC-4F09-409E-A60F-084636AB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352800"/>
            <a:ext cx="9239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44ADA6-BD9D-4C2D-A89C-97F12444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762250"/>
            <a:ext cx="1190625" cy="1190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ABEA99-1F0B-4CD7-91FC-9F3FE891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90850"/>
            <a:ext cx="57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D285C9-D1FE-4483-883D-9123BF30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191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ROUNDS 1 TO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ADC420-0C10-45AE-BDEE-B66A45AF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9105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Finance and marketing. Money and message.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C47EFE-F641-4B31-9588-93576583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762250"/>
            <a:ext cx="1190625" cy="1190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E6736E-1618-4144-AC41-6D6BD00D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990850"/>
            <a:ext cx="57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14BB5B-A041-4D92-B130-ED93D52E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191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7C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7C70"/>
                </a:solidFill>
                <a:latin typeface="Helvetica Neue"/>
                <a:ea typeface="Helvetica Neue"/>
                <a:cs typeface="Helvetica Neue"/>
              </a:rPr>
              <a:t>ROUND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9381D1-DFAD-4137-A6E6-C1EAB7AD1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459105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Entrepreneurship. A complaint becomes an offer.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336F41-C4E7-42C3-83F8-C715034C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762250"/>
            <a:ext cx="1190625" cy="1190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149AA6-CAF0-400F-9308-A9F04044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90850"/>
            <a:ext cx="57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56379-08D9-413F-AC6A-EF5CE78F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191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ROUNDS 4 TO 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8F189A-966C-4EED-B26D-D9B6EFAD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59105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Hospitality and operations. Feel and flow.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87B112-1B7B-4EBD-9CBA-23AD4CFB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762250"/>
            <a:ext cx="1190625" cy="1190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CE7D46-D2A8-4EF9-B226-615C7D51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90850"/>
            <a:ext cx="57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C6C922-809D-48F4-9917-24021ABA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4191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7A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A7A0"/>
                </a:solidFill>
                <a:latin typeface="Helvetica Neue"/>
                <a:ea typeface="Helvetica Neue"/>
                <a:cs typeface="Helvetica Neue"/>
              </a:rPr>
              <a:t>THE BUILD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A0F52B-8CC4-4D63-9C21-5DD01B11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59105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Pick your best round and make the sketch.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6B42EF-9F83-49F1-AB8A-F23E5C9D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185F46-36EB-4FFF-BC90-22DE4F0C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DECA, Competitive Events Program career clusters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5EF71C-70E7-4B09-9BE9-25021F4F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732258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D527A0-F524-4206-B692-29883EF65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8D4B94-42ED-4F69-83A0-C23AD49C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1 OF 5 ·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23801B-C3D1-4019-96C8-07D2EF35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A23E58-4155-4BCB-B9B1-14BAAED4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8C3CFF-485A-47BA-94DB-ED609388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Build a budget that survives bad news.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0753A9-A5A1-4E62-B16B-104FC325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67603D-29A1-4229-B334-5DD98FD3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475D8F-10EB-4C00-98C5-A4F1EAE4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You have $500 to launch a school pop-up. Write five lines of spending.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5EACFA-95DD-47B5-B60F-982267AC7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8766B8-3BEA-46C0-8EBB-A3C31F6B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6BF78C-7C54-47D2-874D-438DE9F0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Circle the one line you would protect if you lost half the money.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93C48-7DFD-49E0-B525-431AC3CF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77BEEE-36E7-4DF8-9A12-B640ACF3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934DA7-0A18-429B-8A07-9C160112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Now one cost doubles. Rewrite the budget without cutting the circled line.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D80F55-C172-4BB6-9AEE-88A11ADE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60CD4A-A326-4B6C-851A-3014467F3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Finance is the study and management of money and financial resources.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4A51ED-BCEF-4627-90AD-BA17867A9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86AAA1-A738-4288-8BE7-91C3286C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593713-BB1B-488E-A037-E4272335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five-line budget with one protected item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CF3B2C-7F03-48D1-8709-F16B0D83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Keep this. It is the first evidence you can make a trade-off on purpose.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B264BE-1029-439C-9446-ACC825D0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A364A5-CAC3-4893-ADA8-646FBFDB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Finance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6A1CFD-A4F1-4950-ACCE-A19191A0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14305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149FE7-7E0D-45EF-BF52-1026EAE1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5D76B7-420A-4F07-BE1D-0F2FDB52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2 OF 5 · MARKETING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BB64FC-2F72-4D1B-9F2D-AA91B44E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91F377-513B-413F-9FC4-BFE27DC8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AC5415-A011-4AD9-BAAA-B2FDF13F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Sell the same thing three different ways.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6CD2E-1670-4BC7-81CE-BA27A502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B0FD3F-D3ED-4238-BEA7-B2D3ABDF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D73293-B77D-481A-BE13-895C8CD4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A student tutoring service. Write one sentence selling it to a student.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3E4A4A-903D-4ADC-A766-06D0C107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BD259F-C185-42D7-BD9A-1EC7BBEE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FFD274-C61A-4BC1-AC81-52611714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Rewrite it for a parent. Then rewrite it for a principal.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B8000A-5C55-40D6-9BEB-9277D2BD2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87DCAE-ED73-4276-BC16-6BEEC270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1D6CF6-2050-4775-B9F0-5F5342BA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Read all three to a partner. Nothing in them may be untrue.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F5D7D6-7501-46E5-9950-E4B8BC6B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AF2B2D-BF35-4021-8738-6588189D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Marketing is everything a company does to promote and sell what it offers.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6F9E80-291E-4C5A-81E1-58F1461B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3D72EB-30F5-4EF8-83A4-75256D0F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64CE8E-3329-48CE-AFE7-1DC5A8FD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Three one-line messages for three audiences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424C2B-6F5D-42D6-9F57-E5704D33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This is the exact move you will make for a real business in Meeting 5.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33AA7D-DCC3-4060-812D-C5B12C87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B1AC9B-603D-40D7-BCED-0F261089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Marketing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DD542E-CFDA-4ACD-81D9-63A43965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509525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C7AB7E-CDBC-4D7B-9DF8-B6B2F439B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27DCDE-0897-499A-9156-C2EAC4FF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3 OF 5 · ENTREPRENEURSHIP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6CB3D8-890C-4648-9DC8-59E47162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939B0F-6F12-4ED2-ADAE-90E81E8A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1F8EA0-1E00-40A6-9F86-4FA503BC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Turn a complaint into something people would choose.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F6481E-6996-47AF-A446-4D710C68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D66694-3D6A-4AEA-B815-C442B556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C20810-677A-49ED-A5DC-77399F23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Write down one thing about school that genuinely annoys you.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562AB8-DADF-4FD6-B1B3-0173ED69F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09B1E9-2B7A-4E55-AEB0-6EA208F4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2D211A-FDDC-4857-8172-58E0B872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Rewrite it as a need: someone wants ___ but cannot get it because ___.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EAF072-4A32-4365-BED0-68F0E7CC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6DCB12-E748-4E23-A081-31863984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3F4345-928F-49FA-A308-6450F8F9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Write the offer. It only counts if students would use it unforced.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6EB675-2C30-4AF1-8845-C3D0CAD28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FD9048-0EC0-4DA8-AC88-F47BD04B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An entrepreneur spots an opportunity and takes on the risk of building something to meet it.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17A145-DEE4-4E6C-A8A4-B13F4B84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20AE9D-43FE-43DD-9075-28C7ED5E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40AD90-5036-4D2E-994B-C9D52550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need statement and one offer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8E0468-AC86-4AFD-B419-CF687EF5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Most concept sketches at the end of today come out of this round.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3FE989-6625-4C53-AA92-9EAA555A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63958-975A-49DD-98C3-74A8B213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Entrepreneur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0A5E90-0C79-4813-9943-68E0E714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828242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51D810-9E29-49FB-A568-A02ED089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78B3CE-B7BC-4434-948D-AF3A636A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4 OF 5 · HOSPITALITY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66A303-FC1E-4C08-A6CD-C6A6090C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24219-CDEB-4A1C-B021-8CABF72F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BBFE4C-8AA4-4216-A1FC-FD31B7F34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Fix ten bad minutes for a real person.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444D48-D78F-4F0C-A298-041CE0BD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901F67-E7E5-4CB2-B1D8-A217E145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CA1227-619B-43D3-9143-27176DE5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A family arrives early, tired, and their room is not ready.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F1638F-C40A-4EE5-9EBE-424C79B6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35417B-1E5C-43FB-816C-19806E8D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2872E0-8756-4E9E-B653-5A2E3722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Write a four-step recovery, one line each, that takes ten minutes.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20D19F-0857-4446-92E2-2653B572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7E594C-E47B-4ECA-B44F-C545EC86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6A514A-C52E-4426-8927-720A7EFC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Mark the step that costs the business nothing.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5FA4CA-C11A-4EA6-90F3-AD6C65E0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BCA23C-11E1-4595-8DC5-515C156B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Hospitality and tourism is one of DECA's four career clusters: service, operations, and the guest experience.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828B32-DE3D-48DE-8497-4CC84A67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FD77B2-DF97-413C-984E-1E02754F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67EF01-9B46-4CC9-A91D-0A67DF69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four-step service recovery script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C84ED8-2359-4C75-B8EA-070B1FB4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Notice how much of it was free. That is usually where the creativity was.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1AE92C-D6D9-42CD-A7A9-4DBE86A7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D146FC-F587-442D-8C39-43CC73E9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DECA, Competitive Events Program career clusters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A0816C-E3F7-4D6D-9DDA-3F2956B4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329589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3385EC-1F29-4FD7-B19A-CAE846BE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8507EB-3154-44DB-8F8F-6BBE9685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5 OF 5 · BUSINESS ADMINISTRATION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C1A61-96C5-45AF-9758-E99852E3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889708-6272-45FF-AC8A-F2ED7046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C7B5B4-AA14-472A-8FF5-64CD71B7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Kill the lunch line without spending anything.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826CCE-84E4-4D4F-8044-CC8B74202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8254CD-2F8C-471A-9045-F657BF1FE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01653C-B630-470F-B519-7CDC6DDD4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Sketch how the school store line works now, as five boxes.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79CAA5-FF19-4017-B915-733A3FFA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913685-AF2C-450D-A5E3-3BEF286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71F067-2D49-435E-B84A-E1B1C26F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Cross out every box that does not have to happen at the counter.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1CD047-7597-4E34-8A67-C53F8AFC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69D0AE-C8D7-41EB-AEDE-AD404415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EA8C6-F987-4173-A93E-81E8E7CD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Redraw it. No new staff, no more space, no new equipment.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AAD884-452C-43B8-B98F-CEA0E052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A17D4-3349-42DA-B1B0-462EE2B81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Business management and administration coordinates people, information, and operations to meet goals.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6C907F-4884-4FF3-A026-1137229C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41F251-E926-4288-AFF8-763A6C85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74EF3D-E771-42CF-B393-294A662B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before-and-after process sketch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5009EE-6D13-4D2D-BE6A-049A70D7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A process change can beat a marketing campaign. This round proves it fastest.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9EB595-7C75-4AB9-A3EB-828C6226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36849F-7A28-4697-B5F5-A90AC7E5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DECA, Competitive Events Program career clusters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00FBAA-F42C-43E6-8AED-76F80D0EB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620339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2CC14E-19B9-4F1C-9C7B-030BCDBA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PICK 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01AAFF-0E12-4C9C-A8E3-DCF9013D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Which of your five is actually worth building?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298CA3-DDB1-4849-A8BC-36639221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Two minutes. Run every round you just did against these six, and keep the one that scores highest.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71417-D799-47ED-8D00-DF22F445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55BAC7-57E7-415F-8923-3212973A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98D787-C5EE-4E12-A391-9276670F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9550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It solves a problem you can name in one sentence.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C6C945-9D28-4E9C-BC21-0BF27B77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EFAC1C-9218-49FB-BCF3-6A565DFE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DEF5E6-7290-46FA-89C3-9D1EED6B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3845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A specific person benefits, not everyone.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3472D6-D638-4A54-B550-B9B09CE4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78D741-578A-475E-BF38-82005D78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5BC033-C443-491B-B2C3-CF245F0C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8140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It works under the limit you were given.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221843-02AC-4C0F-891E-97672CAF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1455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4465B8-5228-4736-964B-583023FA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526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8DFE55-27B9-42CB-A392-D5EB4D8A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9550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Someone would choose it without being told 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13183C-FD9F-48AB-BD94-70C9191E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575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61D363-E985-49D2-A7F1-70B8FDE2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956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CA2E75-1A5F-4FF4-9B9C-183C4B3B1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3845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You could test it this month.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8AC01B-CC68-4FBD-ACA1-3056A36D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0045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E91F26-92B6-4B01-B84C-1F39B547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385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C95E0E-0276-43D0-9382-BE48A53F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8140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You still want to talk about it.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CB7A6C-8E87-4953-AC6E-20FA4266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F67796-2194-4E55-B68B-67CF2B55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67400"/>
            <a:ext cx="1038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If two rounds tie, take the one you argued about with your partner. Disagreement usually means there is something real there.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47C101-4E91-483A-9A23-35F3F07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685B44-578D-4C6C-A52D-09A364AD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Career Canvas selection bar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35B072-3BC5-4E46-9998-C195BEFF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919783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245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82FDD3-05EC-42E6-9CB6-3AA8649A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THE BUILD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66185-0EBE-4355-B34D-299CA58B2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Make the concept sketch.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76691C-5828-404A-A7B8-189F9395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91440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A77E83-BAC5-4C30-BABE-5BCF5E540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2870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20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4B4DB-5AFA-415E-A035-D3BF89F2A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F37A2F-F799-4932-A520-3F0FBB92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98120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Name the business or place, and the DECA area you are working 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567C0C-621A-4986-8DEC-E1E85FF5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6702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743C66-EBD5-44FC-A460-65E81CD2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4797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Write the need and the constraint in one sentence each.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4A2BB7-1100-44F5-BEBB-7BCC77A7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FAE21D-5A01-44F4-A21E-AA40F607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Draw or describe the idea. One page, no more.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A12A1C-769F-4D4F-90CE-0A32ECF3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00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654DD0-0B36-447C-80C8-85A49573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8152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Write the smallest test that would tell you if you are wrong.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89F912-B76C-4B86-B49B-202C7C73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33575"/>
            <a:ext cx="2190750" cy="34290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AAEEC-81A1-44D4-8B73-6DD613B6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3837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DELIVERABLE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4CCD28-821B-4B45-BB8E-B2A64A28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819400"/>
            <a:ext cx="1714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One-page</a:t>
            </a:r>
          </a:p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concept</a:t>
            </a:r>
          </a:p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sketch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EB603F-B142-422E-9B05-8F44F5D1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457700"/>
            <a:ext cx="1714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You will be asked to defend one choice in it.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0EF8E7-EB90-4476-8C41-450A7846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683CA0-F340-499E-9732-820441E4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Career Canvas Meeting 1 build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E15213-AAF7-464E-B2B9-E9EF1075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4102603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785613-3E28-403D-8AD0-3BA2CD9F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DEFEND 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BE56B7-1F03-4445-B869-6A9542C1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Sixty seconds each. Say the choice, not the idea.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7D6356-B460-4FA7-99D6-2DD59D59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953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2DBD88-528E-48F3-9DCB-FC36AE9F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EXIT TICKET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66298F-C9E4-4DB1-89C8-1FFB8C3E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What constraint made it better?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637B2E-36BA-4F9C-A914-361B1A92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004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Who exactly is it for?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0C3F3E-93A2-4150-B05A-98982301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What would you test first?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0596C0-00DD-46C1-B9F2-55063B9F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4905375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8E954D-2815-436D-BFB4-41ABC274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NEXT MEETING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9F57C1-DFA1-4AF3-B14F-2B96B4EF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Meet the business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FF8E61-2B9E-4969-BB07-BDF85B191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3905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Meet the partner businesses, take apart how one of them actually makes money, and leave with five research questions.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DBCBB1-A46C-4721-94B9-D40739DC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6B3BC6-D27C-4C75-AFE1-994F18E8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Career Canvas Meeting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A89BA7-8998-4D43-8218-50C6874D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947482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E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9FD895-34D9-4454-9A00-777DADF2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SOURCE LIBRARY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959EEE-ADAA-46F2-B0FD-618757837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Research used in this meeting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FEE7D7-E771-4EE7-9CF4-EBF33D04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All links were accessed September 21, 2026.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E31D1A-B0AF-4AC6-A34E-64A85056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World Economic Forum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B8E65-12F6-48E9-9BAF-17475D4F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Future of Jobs Report 2025, Skills Outlook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00D59-359E-4619-A85D-9058BD88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weforum.org/publications/the-future-of-jobs-report-2025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3D4C89-C5FD-4C86-B163-E2E28BD6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DECA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1DBEAD-14C4-4B7C-9E25-439CA0A4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Competitive Events Program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645BDE-FBB3-48CE-BB10-2DDF8A68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deca.org/compete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F51EB4-25A6-4AE9-A7CB-DF6EFE97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40A5B2-3F6D-4D3C-9450-D447D1B6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Finance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8D76EA-63FB-4F71-AE3B-A061B517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investopedia.com/terms/f/finance.asp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0E09B3-9138-4CBF-8314-4A0FE3A9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4C4B70-7721-4F34-B033-31B7056D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Marketing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174E50-B8C2-4720-9DD8-29D905FC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investopedia.com/terms/m/marketing.asp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0071E9-5F67-4A80-95C3-39DBFFBC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6EFE89-898A-4441-9584-DC40C53B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Entrepreneur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4182B1-ED48-43CF-BCD3-53254AD5A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investopedia.com/terms/e/entrepreneur.asp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0321AB-ADC5-485A-B1AA-56FD771E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A464AF-B5CC-4A86-BCD4-3B374A5E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95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The 4 Ps of Marketing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604D78-1BB9-417E-9440-3C1732C60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101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investopedia.com/terms/f/four-ps.asp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1BB0CF-CC56-4635-A86F-D55EC09E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0D27C1-58FE-42F1-B3D2-F77A78B3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Full URLs are also stored in the speaker notes of the slides that use them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FD4E14-6D20-463A-8052-D6A3E402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75676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2026-09-21T17:14:23.7660000Z</dcterms:created>
  <dcterms:modified xsi:type="dcterms:W3CDTF">2026-09-21T17:14:23.7660000Z</dcterms:modified>
</coreProperties>
</file>