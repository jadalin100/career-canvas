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e4c970fc6b4540" /><Relationship Type="http://schemas.openxmlformats.org/officeDocument/2006/relationships/extended-properties" Target="/docProps/app.xml" Id="Rc1cf749b705b4df2" /><Relationship Type="http://schemas.openxmlformats.org/officeDocument/2006/relationships/officeDocument" Target="/ppt/presentation.xml" Id="Rd19ece45e2a943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a37d705c3c40b0"/>
  </p:sldMasterIdLst>
  <p:notesMasterIdLst>
    <p:notesMasterId xmlns:r="http://schemas.openxmlformats.org/officeDocument/2006/relationships" r:id="R1bf9e645d2104b6b"/>
  </p:notesMasterIdLst>
  <p:sldIdLst>
    <p:sldId xmlns:r="http://schemas.openxmlformats.org/officeDocument/2006/relationships" id="256" r:id="Rd9d340684a4c4dff"/>
    <p:sldId xmlns:r="http://schemas.openxmlformats.org/officeDocument/2006/relationships" id="257" r:id="R02ec12a0d0b34e6b"/>
    <p:sldId xmlns:r="http://schemas.openxmlformats.org/officeDocument/2006/relationships" id="258" r:id="Rbf3cb595bd6c4137"/>
    <p:sldId xmlns:r="http://schemas.openxmlformats.org/officeDocument/2006/relationships" id="259" r:id="Rd053081418064098"/>
    <p:sldId xmlns:r="http://schemas.openxmlformats.org/officeDocument/2006/relationships" id="260" r:id="Rf6e1e3d368394f4c"/>
    <p:sldId xmlns:r="http://schemas.openxmlformats.org/officeDocument/2006/relationships" id="261" r:id="R7dbf1a8522454935"/>
    <p:sldId xmlns:r="http://schemas.openxmlformats.org/officeDocument/2006/relationships" id="262" r:id="R8dce02e75ec841f0"/>
    <p:sldId xmlns:r="http://schemas.openxmlformats.org/officeDocument/2006/relationships" id="263" r:id="Rc7d5ddc64b544f53"/>
    <p:sldId xmlns:r="http://schemas.openxmlformats.org/officeDocument/2006/relationships" id="264" r:id="Re0ba88d016514543"/>
    <p:sldId xmlns:r="http://schemas.openxmlformats.org/officeDocument/2006/relationships" id="265" r:id="R693a068e4086493e"/>
    <p:sldId xmlns:r="http://schemas.openxmlformats.org/officeDocument/2006/relationships" id="266" r:id="R5b0b5e606b8f43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fc2bf06d52468a" /><Relationship Type="http://schemas.openxmlformats.org/officeDocument/2006/relationships/slideMaster" Target="/ppt/slideMasters/slideMaster1.xml" Id="R30a37d705c3c40b0" /><Relationship Type="http://schemas.openxmlformats.org/officeDocument/2006/relationships/notesMaster" Target="/ppt/notesMasters/notesMaster1.xml" Id="R1bf9e645d2104b6b" /><Relationship Type="http://schemas.openxmlformats.org/officeDocument/2006/relationships/presProps" Target="/ppt/presProps.xml" Id="R9b359bbc4af84b24" /><Relationship Type="http://schemas.openxmlformats.org/officeDocument/2006/relationships/tableStyles" Target="/ppt/tableStyles.xml" Id="Re879b81551ab438e" /><Relationship Type="http://schemas.openxmlformats.org/officeDocument/2006/relationships/slide" Target="/ppt/slides/slide1.xml" Id="Rd9d340684a4c4dff" /><Relationship Type="http://schemas.openxmlformats.org/officeDocument/2006/relationships/slide" Target="/ppt/slides/slide2.xml" Id="R02ec12a0d0b34e6b" /><Relationship Type="http://schemas.openxmlformats.org/officeDocument/2006/relationships/slide" Target="/ppt/slides/slide3.xml" Id="Rbf3cb595bd6c4137" /><Relationship Type="http://schemas.openxmlformats.org/officeDocument/2006/relationships/slide" Target="/ppt/slides/slide4.xml" Id="Rd053081418064098" /><Relationship Type="http://schemas.openxmlformats.org/officeDocument/2006/relationships/slide" Target="/ppt/slides/slide5.xml" Id="Rf6e1e3d368394f4c" /><Relationship Type="http://schemas.openxmlformats.org/officeDocument/2006/relationships/slide" Target="/ppt/slides/slide6.xml" Id="R7dbf1a8522454935" /><Relationship Type="http://schemas.openxmlformats.org/officeDocument/2006/relationships/slide" Target="/ppt/slides/slide7.xml" Id="R8dce02e75ec841f0" /><Relationship Type="http://schemas.openxmlformats.org/officeDocument/2006/relationships/slide" Target="/ppt/slides/slide8.xml" Id="Rc7d5ddc64b544f53" /><Relationship Type="http://schemas.openxmlformats.org/officeDocument/2006/relationships/slide" Target="/ppt/slides/slide9.xml" Id="Re0ba88d016514543" /><Relationship Type="http://schemas.openxmlformats.org/officeDocument/2006/relationships/slide" Target="/ppt/slides/slide10.xml" Id="R693a068e4086493e" /><Relationship Type="http://schemas.openxmlformats.org/officeDocument/2006/relationships/slide" Target="/ppt/slides/slide11.xml" Id="R5b0b5e606b8f43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bb4200f7924d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c836c412344c4e" /><Relationship Type="http://schemas.openxmlformats.org/officeDocument/2006/relationships/notesMaster" Target="/ppt/notesMasters/notesMaster1.xml" Id="Rfdd09338b6a642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6d2a7f7ac443f7" /><Relationship Type="http://schemas.openxmlformats.org/officeDocument/2006/relationships/notesMaster" Target="/ppt/notesMasters/notesMaster1.xml" Id="Rd8012c632ad849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e854b3fde2422c" /><Relationship Type="http://schemas.openxmlformats.org/officeDocument/2006/relationships/notesMaster" Target="/ppt/notesMasters/notesMaster1.xml" Id="R23c9934ef2c847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33705670a74a71" /><Relationship Type="http://schemas.openxmlformats.org/officeDocument/2006/relationships/notesMaster" Target="/ppt/notesMasters/notesMaster1.xml" Id="R0fba55bc73a04c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de2273772b4a82" /><Relationship Type="http://schemas.openxmlformats.org/officeDocument/2006/relationships/notesMaster" Target="/ppt/notesMasters/notesMaster1.xml" Id="Rf2109ff584bc4c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4df13a668347cb" /><Relationship Type="http://schemas.openxmlformats.org/officeDocument/2006/relationships/notesMaster" Target="/ppt/notesMasters/notesMaster1.xml" Id="R8f6ea274f7af46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2678e5bef34a50" /><Relationship Type="http://schemas.openxmlformats.org/officeDocument/2006/relationships/notesMaster" Target="/ppt/notesMasters/notesMaster1.xml" Id="R6170bfc5ec7143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b892e2bf7042f6" /><Relationship Type="http://schemas.openxmlformats.org/officeDocument/2006/relationships/notesMaster" Target="/ppt/notesMasters/notesMaster1.xml" Id="Raaf9c648fce34c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8f7f621a1b4b96" /><Relationship Type="http://schemas.openxmlformats.org/officeDocument/2006/relationships/notesMaster" Target="/ppt/notesMasters/notesMaster1.xml" Id="R8d78ef80341d47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99a4fdf4b48423d" /><Relationship Type="http://schemas.openxmlformats.org/officeDocument/2006/relationships/notesMaster" Target="/ppt/notesMasters/notesMaster1.xml" Id="R9259307174d7417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22293669d4429e" /><Relationship Type="http://schemas.openxmlformats.org/officeDocument/2006/relationships/notesMaster" Target="/ppt/notesMasters/notesMaster1.xml" Id="R73062ce1f63041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start with a slide. Start with Round 1 on the board: everything this group made in six meetings.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Three minutes. Investopedia notes an effective pitch names the pain point and why the idea is worth backing. The point here is that it is designed and practised, not improvised.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https://www.investopedia.com/terms/e/elevatorpitch.asp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this out loud as a whole room first, on the board, then let them write. Hearing the list is the motivating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Ten minutes of quiet assembly. Anyone who lost a file finds out now rather than during the showcase.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Put the next slide up while they write so they can see specific against vague side by side.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https://www.weforum.org/publications/the-future-of-jobs-report-2025/in-full/3-skills-outlook/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Same rule as the research lab: a claim a reader cannot check does not count. Students can now apply that test to themselves.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Time the first volunteer publicly. Everyone adjusts after watching one person run over.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https://www.investopedia.com/terms/e/elevatorpitch.asp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Circulate with the timer. The cut in step 1 is where the pitch actually gets good.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https://www.investopedia.com/terms/e/elevatorpitch.asp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partners for one specific compliment and one specific question per student. Keep general praise out of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Pair the post-program survey with the pre-program one so students see their own change rather than hearing about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if students or reviewers want the research base.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- https://www.investopedia.com/terms/e/elevatorpitch.asp</a:t>
            </a:r>
          </a:p>
          <a:p xmlns:a="http://schemas.openxmlformats.org/drawingml/2006/main">
            <a:r>
              <a:t>- https://www.weforum.org/publications/the-future-of-jobs-report-2025/in-full/3-skills-outlook/</a:t>
            </a:r>
          </a:p>
          <a:p xmlns:a="http://schemas.openxmlformats.org/drawingml/2006/main">
            <a:r>
              <a:t>- https://owl.purdue.edu/owl/research_and_citation/conducting_research/evaluating_sources_of_information/general_guidelines.html</a:t>
            </a:r>
          </a:p>
          <a:p xmlns:a="http://schemas.openxmlformats.org/drawingml/2006/main">
            <a:r>
              <a:t>- https://www.deca.org/compete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c5b47681584f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26ce4bbeef4a84" /><Relationship Type="http://schemas.openxmlformats.org/officeDocument/2006/relationships/slideLayout" Target="/ppt/slideLayouts/slideLayout1.xml" Id="R3272f14588ea48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72f14588ea48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c21714154847d7" /><Relationship Type="http://schemas.openxmlformats.org/officeDocument/2006/relationships/notesSlide" Target="/ppt/notesSlides/notesSlide1.xml" Id="R2b6dd019349b47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144565e794705" /><Relationship Type="http://schemas.openxmlformats.org/officeDocument/2006/relationships/notesSlide" Target="/ppt/notesSlides/notesSlide2.xml" Id="Rbd46cc72c7f543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c9e4a0b8fe417b" /><Relationship Type="http://schemas.openxmlformats.org/officeDocument/2006/relationships/notesSlide" Target="/ppt/notesSlides/notesSlide3.xml" Id="R5b81e15e245e4c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bf85dd3e04885" /><Relationship Type="http://schemas.openxmlformats.org/officeDocument/2006/relationships/notesSlide" Target="/ppt/notesSlides/notesSlide4.xml" Id="Rcef4f864e38646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937b0d8ed04739" /><Relationship Type="http://schemas.openxmlformats.org/officeDocument/2006/relationships/notesSlide" Target="/ppt/notesSlides/notesSlide5.xml" Id="Re7e4fae5ed9945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e7841226df4947" /><Relationship Type="http://schemas.openxmlformats.org/officeDocument/2006/relationships/notesSlide" Target="/ppt/notesSlides/notesSlide6.xml" Id="Rfa3cecb3928047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a42b20ed8407c" /><Relationship Type="http://schemas.openxmlformats.org/officeDocument/2006/relationships/notesSlide" Target="/ppt/notesSlides/notesSlide7.xml" Id="R48975481f7c24a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e450a22c114e58" /><Relationship Type="http://schemas.openxmlformats.org/officeDocument/2006/relationships/notesSlide" Target="/ppt/notesSlides/notesSlide8.xml" Id="Rc327ed8ab7564b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08b70f674048bb" /><Relationship Type="http://schemas.openxmlformats.org/officeDocument/2006/relationships/notesSlide" Target="/ppt/notesSlides/notesSlide9.xml" Id="R4e3683dcc3634a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95006a55d4d68" /><Relationship Type="http://schemas.openxmlformats.org/officeDocument/2006/relationships/notesSlide" Target="/ppt/notesSlides/notesSlide10.xml" Id="R03e797927d264a2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36f6d29644b53" /><Relationship Type="http://schemas.openxmlformats.org/officeDocument/2006/relationships/notesSlide" Target="/ppt/notesSlides/notesSlide11.xml" Id="Rab928088b3dc46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4AF1BA-9EAA-4006-92CF-EBE7703B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0"/>
            <a:ext cx="5524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B42DEC-A009-4BA2-9896-64609C83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143000"/>
            <a:ext cx="4381500" cy="45720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DC602-C8D2-4330-B9D5-42B60323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002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MEETING 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320BF-54A2-4B51-BEBE-C88A2B9F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14550"/>
            <a:ext cx="36576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Showcase</a:t>
            </a:r>
          </a:p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your 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54B652-8A31-442D-9B43-40C9DA80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CAREER CANVAS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49003F-7451-4DDE-8A3F-CD042794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685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70D67A-FC77-4418-8DD8-3BE17E94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47625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Showcase</a:t>
            </a:r>
          </a:p>
          <a:p xmlns:a="http://schemas.openxmlformats.org/drawingml/2006/main">
            <a:pPr algn="l">
              <a:def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your work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94429F-5E63-4CBA-9190-910CB3C3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447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Assemble it, name what it proves, and say it out loud in sixty seconds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D498D6-0B82-4B5B-8EAF-B9F2149D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Meeting 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C8A2A9-D3DF-442E-A8E0-AC08547C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Designed by Jada Lin and Olivia Zheng</a:t>
            </a:r>
          </a:p>
          <a:p xmlns:a="http://schemas.openxmlformats.org/drawingml/2006/main">
            <a:pPr algn="l">
              <a:def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Great Neck South</a:t>
            </a:r>
          </a:p>
        </p:txBody>
      </p:sp>
    </p:spTree>
    <p:extLst>
      <p:ext uri="{BB962C8B-B14F-4D97-AF65-F5344CB8AC3E}">
        <p14:creationId xmlns:p14="http://schemas.microsoft.com/office/powerpoint/2010/main" val="6427480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A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8C5AE0-88B0-4860-B732-D6EB423C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ONLY THING WE TEACH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6B2D27-927C-4C8B-A380-0F4C1411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81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Sixty seconds is a real format.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ED1929-C53B-4840-93E4-C64D96A7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70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60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112E5-DE48-46D8-9BA1-94C2DF27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52700"/>
            <a:ext cx="666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 elevator pitch is a 30 to 60 second summary used to spark interest and open the door to a longer conversation.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8891C-2136-438C-8722-312F98D9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858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A3FEB0-057A-482D-9E6B-984692F8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9906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Entrepreneurs, salespeople, and job seekers all rehearse one. Venture capitalists judge startups on it. You will rehearse yours three times today.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ECDD8D-91AA-4389-BCF9-D305FCCA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C5C2A-43E1-461E-9C68-97327808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Source: Investopedia, Elevator Pitch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2B0FCD-3DEF-477E-8BFB-0339B4DE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99758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37FE2-FD34-429A-8FC8-E62BBDDF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938CCA-3409-402E-8D87-444B0F04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1 OF 5 · INVENTORY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BC18F-CF85-4FD0-B937-2DB4F90B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D0626-B10A-40F4-ADAF-330EE2C8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5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6F5792-6C2D-4C03-910B-9F3BBFE8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List everything you made. You have forgotten half of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4DD64E-539B-401D-8755-768F7B2A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D02840-C9D5-426A-B177-BACF6DE0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995B8B-71FA-4269-8BA4-C413D83E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Write down every piece of work from Meetings 1 through 6.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41C4A-307D-461D-9BF7-52884BE9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1FBA23-E820-4440-A7D0-C43B6AEE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4A0C94-6193-4496-A2BC-4C13424D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Mark anything you cannot currently find.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B28924-AAE8-4265-AE52-5ACFE4B9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B225DA-05A1-4206-85B6-E2E804B2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7BC2B-F160-4675-AB6E-41195004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Go get the missing ones now, not at the end.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C29A5-176D-40E0-ADC6-F3C9EBBB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6544A9-C3DA-4202-B32D-2C7B3306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Six meetings produced a sketch, five questions, a findings log, a paper, an ad, and a quiz.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8E3C67-7DFC-45E7-888B-9466F7F5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DBC393-44C4-4E93-8894-81BB5D13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54BC64-AAE6-4C06-904B-383C9D6B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complete list of your own work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10F563-1CDA-43E0-8E23-CDCA2001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Students are routinely surprised by how much is on this list.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300A03-8614-412E-800D-8A32E5C1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B2136B-6BA9-4745-BAFB-7C4B8F5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Career Canvas program structure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00DEC8-3807-44C7-A6C5-5670DB24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677023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49E186-C39D-4929-9946-7D8E6DBC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EFF5A-E26F-488D-A4D4-53FB611A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2 OF 5 · ASSEMBLE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4C5D63-F86E-4A72-96D7-0C9BA63D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37313-AD02-46F5-9727-62E34277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10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4E137-DD77-40A2-8C4F-BACA8F8C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Build the portfolio in this order.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EBD69C-FE65-48E5-93C3-CEF8C0BA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8EBDF-D476-4B3E-87C8-B44F9344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064DA5-08AD-475C-B299-E3BB4E87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The business you chose and why, your five questions, and the one-page paper.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B75372-8743-4D8F-8B13-ADB15D0B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CBE32-FB02-4DDC-8F2E-49423B65D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655159-D64A-4079-9429-798023E4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The ad and the reasoning, then a link to your playable quiz.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65540A-0C94-4BC7-B449-40803FB76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D43F20-471D-4706-9111-DCDE4A72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E66943-C2A5-45ED-B8BE-B7E623EF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Your sources, with links and dates, at the end.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F94BE6-1AE7-4F5D-9926-74820B16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B0AE3D-F97E-4034-844A-DEE53F42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The sources list is not paperwork. It is the evidence the work is yours and that it is checkable. (Purdue OWL)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1A8BC9-F1C8-4661-8DB8-5235E992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793375-A4C8-47DB-8BC3-D8278510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6D6BDE-CE33-42C3-A8C7-CDA3B8FF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portfolio someone can follow without you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643056-7948-4FC3-BDA6-8AF38E8E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Order matters. A reader should never have to ask what this is.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818F48-0525-4ADE-9013-3932ADDB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4EF2FE-9E0E-4111-AF44-0156162A3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Purdue OWL, Evaluating Sources: General Guidelines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C79E60-D801-4356-AB7D-1E9EB54C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899242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FDC687-8B3C-497E-942F-FD594E70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A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C13F75-3780-40E6-9E00-036F3D7E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3 OF 5 · RESUME LINES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B703EB-2E4E-448E-AEB2-78134AFB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8E1587-627C-4835-9098-E3484BE6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7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D69515-90DE-4C6E-AF7B-8DF5712E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Write three lines in the form skill, artifact, proof.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62B075-01CB-4763-86B4-4D39F27E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AA051E-89D3-459B-B700-AF3E3135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E57E0-B49E-4508-A9CC-5D648B11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Research: name the sources you judged and used.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FAC44-789E-45B9-AA6C-F94071E7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6645E8-5820-4672-8998-F9F64F17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D43EE1-10EB-4EE3-B883-F772141E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Writing: name the paper and the claim it defends.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BAF95-7EFC-4309-87F4-AFE23D95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88CFF5-A53A-477F-B576-C3EDBA1C4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13021-CE91-400B-B140-FEA5FE5D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Building: name the app a stranger can play.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2C1264-46C0-4BD3-BAC8-C8A1E3F7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716DAF-E767-4523-A0C8-EDFD03F0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Analytical thinking is the top core skill employers name, with creative thinking fourth. You have now done both. (World Economic Forum)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E8A1E-DDF1-44BF-A9AA-9EB54479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576762-F50B-46D1-8F96-ADEFB87D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6E92F4-B210-4AC0-8E45-53C0434C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Three resume lines with artifacts attached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57321-C798-4E6D-B02D-E770C78C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A skill with no artifact behind it is a wish. Cut those lines.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F7A838-A011-40CA-B9C7-F050A407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FFA4DA-F2A8-4E4C-ACE1-83503E53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World Economic Forum, Future of Jobs Report 2025, Skills Outlook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F6D544-CED7-4D41-86B2-43709B9F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118147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64BDC2-65C1-4422-AB01-C922BEEA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3 MATERIAL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F9B9E-BB8B-4497-91C4-41BF66A1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The same skills, written two ways.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2BA4C4-C01B-4A5A-B44A-835D35B4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A reader can check everything in the left column and nothing in the right one.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BFC27-2FE7-4D6A-9423-75FA7143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905375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1B9A32-1F2D-412C-999C-F71FA67A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90537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E2809F-81AD-4D24-A92A-2BD4FE80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717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SPECIFIC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C991AB-0C7D-41C3-9E92-B2683F88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14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3AFB69-6E06-4FF9-9BCC-95F6A223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Researched a local bakery using five sources and logged each one.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717141-EC56-4AA8-8A84-192A7897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8D1EF1-D4B0-4997-BB23-18E1D55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Wrote a one-page analysis naming its location advantage.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717E83-1E5C-4504-BBA5-AAC7B55B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24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148F7-B60A-4F2D-B99D-74853F95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Built a playable eight-question quiz on retail pricing.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7A3479-E907-472A-A95D-B82B0970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29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00C122-399E-469A-ACAA-FA4C79C2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530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Presented to the owner and revised on their feedback.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C11C9D-9139-4BA0-9B4F-10C61A97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19300"/>
            <a:ext cx="4905375" cy="38100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FF7C70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3382F0-3F83-4801-A2DA-3EF4852F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19300"/>
            <a:ext cx="490537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106826-E822-45B1-B254-1932F620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1717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VAGUE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119460-DEA4-434E-84B9-20A0B220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914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1359EC-0F00-4DDC-B4AE-7763CC63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384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Strong research skills.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87B533-C25D-4302-9C81-B9B10F5D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6195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16EF21-A386-49FB-8E38-99DB18FB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5433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Excellent written communication.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FE3B44-5A16-417A-BA7D-17905577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24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5FF9E9-43A7-4D31-8472-6CE0CE62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24815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Experience with technology.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798B8E-AC06-4BCB-AB9A-BCB6854E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029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C7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DC4D3C-A61D-47A1-8CC0-C95D87B9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953000"/>
            <a:ext cx="4133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Works well with others.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E445F2-CA82-4146-B266-9A928F22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475154-9DF7-408E-AFE2-C65B7D23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Purdue OWL, Evaluating Sources: General Guidelines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323322-B5B6-4964-8D3B-EAE4EC98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332180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869A85-BDAF-4E28-A63D-BE10E5E7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C5CE7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DB737-81BE-4C59-9263-E6D0FDB9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4 OF 5 · DRAFT THE MINUTE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53804-E4AA-48D7-869D-F08462FC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D9E3A-714F-4783-9EB4-DD178E06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6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B67522-F3B0-467A-A66F-9F701DB5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Write the pitch to these four time blocks.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A84118-4974-4CC7-A147-320B7148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4315AC-7AF4-42E4-98B6-1F7FDF31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5D8E32-9E36-47E6-AFC4-1C6989CC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0:00 to 0:10, the business and why you picked it. 0:10 to 0:30, your one claim.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ED896D-D27B-47DC-B90C-E06FD65E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BE48D1-2003-447B-83A8-E8D6EC25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0D658-192D-4003-A58B-EC5C8DB8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0:30 to 0:45, the ad or the app and the choice behind it.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F545ED-C49F-4A93-A7E4-DE915DC3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861739-2D0B-47D8-A6DA-2944ED66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17E08A-47E2-49E2-8885-90C2201A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0:45 to 0:60, what you would do next with more time.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182FA4-62D5-46A3-B814-022CE5ED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DD299C-C572-4FE3-A662-C8954D78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An elevator pitch runs 30 to 60 seconds and is memorized and practised in advance. (Investopedia)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2B9F86-8C1E-4B88-826D-935CF1A9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151ACF-3A47-4226-B1DD-1EFAF864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7AAAB1-EEBE-4091-9114-A21FEFA6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written sixty-second pitch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D6DBD0-E2F0-4816-920B-E38D1D9D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Write it out. Improvised pitches run to two minutes every time.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DF3351-017E-4F0F-B244-DE9AAF94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35E15A-30C1-4CBA-9DB9-B863FEE4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Elevator Pitch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7621F2-1FA5-41D0-A204-7A76D563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461172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911167-F065-4F2A-BA6B-EEBD6852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8607E9-7127-4B1D-80FC-A996DF43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ROUND 5 OF 5 · REHEARSE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DEC887-1225-4F85-919F-4DAF4B98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195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3189F8-63A3-4631-855D-22E89ECD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625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8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DA023D-4936-4C8E-A7BD-024F6212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60388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Say it out loud three times before anyone important hears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0B0934-08E4-4DDC-9BCF-610EC779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D5B842-3176-46E4-ADE5-96CA4F99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0AF82E-5178-4338-9452-EE337796D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383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Read it to a partner with a timer running. Cut whatever pushed you over.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7C3710-20BD-4C4F-A334-D30FCA34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16F329-D20E-4556-AF2D-0C638F76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95B108-4EAB-408E-B44C-25A94CA24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Say it again without the paper.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43C020-B3F9-43C6-8D36-ADF8E7A4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51B4F9-41BB-4FD5-B375-CF3440DA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D125B4-220F-4441-9B1C-D3885B2C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5524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0213D"/>
                </a:solidFill>
                <a:latin typeface="Helvetica Neue"/>
                <a:ea typeface="Helvetica Neue"/>
                <a:cs typeface="Helvetica Neue"/>
              </a:rPr>
              <a:t>Third time, standing, no notes. That is the version you deliver.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2AE091-6A3C-44D9-B9B5-EA86FF44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60388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94646A-B960-4343-AC18-C99289CD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10250"/>
            <a:ext cx="565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The pitch is a thing you practise, not a summary you improvise on the spot.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1A3818-0073-49EA-BFFA-FEB41D8E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143000"/>
            <a:ext cx="3790950" cy="4305300"/>
          </a:xfrm>
          <a:prstGeom xmlns:a="http://schemas.openxmlformats.org/drawingml/2006/main" prst="roundRect">
            <a:avLst>
              <a:gd name="adj" fmla="val 2010"/>
            </a:avLst>
          </a:prstGeom>
          <a:solidFill xmlns:a="http://schemas.openxmlformats.org/drawingml/2006/main">
            <a:srgbClr val="09245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FDD8AB-D8D6-4D4E-B4DE-3ED7B977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YOU WALK OUT WITH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096385-E61D-40C6-8823-F4F60120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62150"/>
            <a:ext cx="30289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pitch you can deliver without notes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9059FC-1FD4-4B1B-A6F0-66A1698EF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33900"/>
            <a:ext cx="3028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Three rehearsals is the minimum. Most people need the third one.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2CD3C2-AD32-45C5-95D3-9A11BC68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4CF869-C681-4FF4-B07C-3826CB0F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Source: Investopedia, Elevator Pitch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BA060C-2FBA-4BD9-9518-47C70055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355279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245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6850C1-DCD5-4AE3-ACB0-B487794D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THE SHOWCASE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D94B1-3736-4D85-8AFD-96FD2DCA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Present, then take real feedback.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D4E7EB-7487-499B-AE92-76DCABA6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914400"/>
            <a:ext cx="13906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8E1F3-3944-41DB-B68E-85558EB0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2870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25 MIN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487108-3D5A-4EDF-AE56-0016DD42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6CE560-4687-4C17-A423-3301175C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8120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Deliver your sixty seconds without notes.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EC4796-1661-4A95-83DF-57A9F599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702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C8C82-819D-4267-BE75-FB5A529D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4797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Take one question from the room or the business partner.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2B281F-F0B8-4F33-8462-F511B6ED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C6414C-9408-42EC-B2BC-5F81B9FF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Write down the single most useful thing you heard.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653B9F-6E0B-4D4E-8FF0-A1434370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00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6FFCB1-93A8-481B-BE07-6A8996C8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81525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Name what you would change first.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113C7D-7814-451E-942F-9A34FE88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33575"/>
            <a:ext cx="2190750" cy="34290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4B3295-97B8-48C8-A23D-3B97E34C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383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DELIVERABLE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6CDF89-BDAB-4634-843B-ECF58938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819400"/>
            <a:ext cx="1714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Portfolio,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resume,</a:t>
            </a:r>
          </a:p>
          <a:p xmlns:a="http://schemas.openxmlformats.org/drawingml/2006/main">
            <a:pPr algn="ctr">
              <a:def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and pitch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FE1D8E-5AA4-4359-9735-261DDC6F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457700"/>
            <a:ext cx="1714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Recognized by the partner businesses.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8A3062-BBDF-4E06-94CC-5C5E2BCA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07E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FD2CC2-1D5E-4794-930D-0C71C968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BFE6FF"/>
                </a:solidFill>
                <a:latin typeface="Helvetica Neue"/>
                <a:ea typeface="Helvetica Neue"/>
                <a:cs typeface="Helvetica Neue"/>
              </a:rPr>
              <a:t>Career Canvas Meeting 7 showcase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1202F2-44F8-4BD3-A5F6-5A7AD165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FFD43B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160384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9E478C-211A-4595-A9C7-A6406A03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BEFORE YOU LEAVE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1F91DF-7C90-4F6B-A471-7F951898F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You started with curiosity. You are leaving with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913F0-B2BC-4F30-ABF4-38880C3A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953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D7C7B-E553-4477-B58A-262CF92A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EXIT TICKET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E5CD6-0BD6-4C00-8D50-23531BCD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What can you do now that you could not in Meeting 1?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B9D81-7191-4F14-9248-B54CB846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004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Which deliverable are you proudest of?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9EDC2-F388-4369-A9CE-A89ED726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Where does this go next?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C5021E-C175-4401-A1E7-4F60799E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490537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D43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6818B6-D3D4-4BD9-9E48-56D7A109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NEXT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FD051F-1C57-48C0-A127-8C6193DA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Post-program reflection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477EAF-4506-4E0E-B9AE-3407590D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3905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Retake the confidence survey from Meeting 1 and compare the two side by side.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865D7B-A01D-44EF-9E2F-869CC4B6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B00CA9-1CEC-4659-B476-ECA65F32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Career Canvas Meeting 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E4F51-DBFA-4B95-B42C-3B9C90A95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593979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EF7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6F5DFF-CB5C-4DD1-8D66-20CF53D2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SOURCE LIBRARY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792914-5FDD-4159-A2CE-38C4070E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Research used in this meeting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B48E93-5820-48E9-A130-3919C525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All links were accessed September 21, 2026.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7E2D2-FA1E-45EF-B98A-2713FA93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Investopedia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1785EB-833A-48B5-8B61-699B664F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Elevator Pitch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6A392-CF5B-4CE0-9855-794FEFD0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investopedia.com/terms/e/elevatorpitch.asp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0A3828-9AF3-48AA-B3AF-B3435526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World Economic Forum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97EDE-E905-4838-AA58-059C876A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Future of Jobs Report 2025, Skills Outlook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633AE-B6C2-4CCE-9DC0-8F872729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weforum.org/publications/the-future-of-jobs-report-2025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D4D9C7-172A-4D65-B40B-865B6C6D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955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Purdue OWL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76323-375F-4E40-BD66-07FA8634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526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Evaluating Sources: General Guidelines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B2BEF1-5B01-4585-A2EF-CEDEF5E1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67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owl.purdue.edu/owl/research_and_citation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9F2622-9CF2-46AF-9036-A0CB0F00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670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DECA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4E4E6C-65A6-4164-BECE-A652E5AB4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242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92454"/>
                </a:solidFill>
                <a:latin typeface="Helvetica Neue"/>
                <a:ea typeface="Helvetica Neue"/>
                <a:cs typeface="Helvetica Neue"/>
              </a:rPr>
              <a:t>Competitive Events Program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E15AA2-A562-45D1-BE0F-59D888DD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385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deca.org/compete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53E255-A6AA-4C0B-A149-FBCDEF6E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5F2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5F2A11-999C-4AF7-A365-6986FF04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96050"/>
            <a:ext cx="923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61718A"/>
                </a:solidFill>
                <a:latin typeface="Helvetica Neue"/>
                <a:ea typeface="Helvetica Neue"/>
                <a:cs typeface="Helvetica Neue"/>
              </a:rPr>
              <a:t>Full URLs are also stored in the speaker notes of the slides that use them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F21D7C-065D-43F3-88B1-1A5EE651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96050"/>
            <a:ext cx="590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2563EB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530311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2026-09-21T17:14:33.1470000Z</dcterms:created>
  <dcterms:modified xsi:type="dcterms:W3CDTF">2026-09-21T17:14:33.1470000Z</dcterms:modified>
</coreProperties>
</file>