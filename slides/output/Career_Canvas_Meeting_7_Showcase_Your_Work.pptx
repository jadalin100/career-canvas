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23c7889cfa441d" /><Relationship Type="http://schemas.openxmlformats.org/officeDocument/2006/relationships/extended-properties" Target="/docProps/app.xml" Id="R0cec35ad6fae4c1b" /><Relationship Type="http://schemas.openxmlformats.org/officeDocument/2006/relationships/officeDocument" Target="/ppt/presentation.xml" Id="R3f858995880e48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7498cdb38d4114"/>
  </p:sldMasterIdLst>
  <p:notesMasterIdLst>
    <p:notesMasterId xmlns:r="http://schemas.openxmlformats.org/officeDocument/2006/relationships" r:id="R007a604f547f4c7c"/>
  </p:notesMasterIdLst>
  <p:sldIdLst>
    <p:sldId xmlns:r="http://schemas.openxmlformats.org/officeDocument/2006/relationships" id="256" r:id="R4f6a012f68c1489b"/>
    <p:sldId xmlns:r="http://schemas.openxmlformats.org/officeDocument/2006/relationships" id="257" r:id="Rb4321d28e3954702"/>
    <p:sldId xmlns:r="http://schemas.openxmlformats.org/officeDocument/2006/relationships" id="258" r:id="R8506bf802d36483c"/>
    <p:sldId xmlns:r="http://schemas.openxmlformats.org/officeDocument/2006/relationships" id="259" r:id="Rb24c069393f54ed4"/>
    <p:sldId xmlns:r="http://schemas.openxmlformats.org/officeDocument/2006/relationships" id="260" r:id="R1362e0c2ac954079"/>
    <p:sldId xmlns:r="http://schemas.openxmlformats.org/officeDocument/2006/relationships" id="261" r:id="R5d91fae6ae1c46c1"/>
    <p:sldId xmlns:r="http://schemas.openxmlformats.org/officeDocument/2006/relationships" id="262" r:id="Rd8d2bd7bf3bf4bd9"/>
    <p:sldId xmlns:r="http://schemas.openxmlformats.org/officeDocument/2006/relationships" id="263" r:id="R804b65523ed64bd7"/>
    <p:sldId xmlns:r="http://schemas.openxmlformats.org/officeDocument/2006/relationships" id="264" r:id="R71b1a1b732f54b43"/>
    <p:sldId xmlns:r="http://schemas.openxmlformats.org/officeDocument/2006/relationships" id="265" r:id="Rc64c52c1ecd24e6b"/>
    <p:sldId xmlns:r="http://schemas.openxmlformats.org/officeDocument/2006/relationships" id="266" r:id="R816da1b8a49d45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98734328f040e2" /><Relationship Type="http://schemas.openxmlformats.org/officeDocument/2006/relationships/slideMaster" Target="/ppt/slideMasters/slideMaster1.xml" Id="Re57498cdb38d4114" /><Relationship Type="http://schemas.openxmlformats.org/officeDocument/2006/relationships/notesMaster" Target="/ppt/notesMasters/notesMaster1.xml" Id="R007a604f547f4c7c" /><Relationship Type="http://schemas.openxmlformats.org/officeDocument/2006/relationships/presProps" Target="/ppt/presProps.xml" Id="R080ace602fff42c0" /><Relationship Type="http://schemas.openxmlformats.org/officeDocument/2006/relationships/tableStyles" Target="/ppt/tableStyles.xml" Id="Re367da0193e64b85" /><Relationship Type="http://schemas.openxmlformats.org/officeDocument/2006/relationships/slide" Target="/ppt/slides/slide1.xml" Id="R4f6a012f68c1489b" /><Relationship Type="http://schemas.openxmlformats.org/officeDocument/2006/relationships/slide" Target="/ppt/slides/slide2.xml" Id="Rb4321d28e3954702" /><Relationship Type="http://schemas.openxmlformats.org/officeDocument/2006/relationships/slide" Target="/ppt/slides/slide3.xml" Id="R8506bf802d36483c" /><Relationship Type="http://schemas.openxmlformats.org/officeDocument/2006/relationships/slide" Target="/ppt/slides/slide4.xml" Id="Rb24c069393f54ed4" /><Relationship Type="http://schemas.openxmlformats.org/officeDocument/2006/relationships/slide" Target="/ppt/slides/slide5.xml" Id="R1362e0c2ac954079" /><Relationship Type="http://schemas.openxmlformats.org/officeDocument/2006/relationships/slide" Target="/ppt/slides/slide6.xml" Id="R5d91fae6ae1c46c1" /><Relationship Type="http://schemas.openxmlformats.org/officeDocument/2006/relationships/slide" Target="/ppt/slides/slide7.xml" Id="Rd8d2bd7bf3bf4bd9" /><Relationship Type="http://schemas.openxmlformats.org/officeDocument/2006/relationships/slide" Target="/ppt/slides/slide8.xml" Id="R804b65523ed64bd7" /><Relationship Type="http://schemas.openxmlformats.org/officeDocument/2006/relationships/slide" Target="/ppt/slides/slide9.xml" Id="R71b1a1b732f54b43" /><Relationship Type="http://schemas.openxmlformats.org/officeDocument/2006/relationships/slide" Target="/ppt/slides/slide10.xml" Id="Rc64c52c1ecd24e6b" /><Relationship Type="http://schemas.openxmlformats.org/officeDocument/2006/relationships/slide" Target="/ppt/slides/slide11.xml" Id="R816da1b8a49d45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b4bd1a65f945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523ae43fd44f39" /><Relationship Type="http://schemas.openxmlformats.org/officeDocument/2006/relationships/notesMaster" Target="/ppt/notesMasters/notesMaster1.xml" Id="Re833dafd659949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fee4c1a2684912" /><Relationship Type="http://schemas.openxmlformats.org/officeDocument/2006/relationships/notesMaster" Target="/ppt/notesMasters/notesMaster1.xml" Id="R9d228bd4d3ad4b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44b2653f9748e7" /><Relationship Type="http://schemas.openxmlformats.org/officeDocument/2006/relationships/notesMaster" Target="/ppt/notesMasters/notesMaster1.xml" Id="R8797c2d1d47642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8240c5bf95461f" /><Relationship Type="http://schemas.openxmlformats.org/officeDocument/2006/relationships/notesMaster" Target="/ppt/notesMasters/notesMaster1.xml" Id="R1183b138e9f247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b4a41fac154cf6" /><Relationship Type="http://schemas.openxmlformats.org/officeDocument/2006/relationships/notesMaster" Target="/ppt/notesMasters/notesMaster1.xml" Id="Rabd72b93025647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400586cfc44922" /><Relationship Type="http://schemas.openxmlformats.org/officeDocument/2006/relationships/notesMaster" Target="/ppt/notesMasters/notesMaster1.xml" Id="R5f8cb0b93d884c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e757b95ccc4299" /><Relationship Type="http://schemas.openxmlformats.org/officeDocument/2006/relationships/notesMaster" Target="/ppt/notesMasters/notesMaster1.xml" Id="R9c2bacb2105849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32189e257e4dfb" /><Relationship Type="http://schemas.openxmlformats.org/officeDocument/2006/relationships/notesMaster" Target="/ppt/notesMasters/notesMaster1.xml" Id="R3e2b388b0e0940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18004e33e84e20" /><Relationship Type="http://schemas.openxmlformats.org/officeDocument/2006/relationships/notesMaster" Target="/ppt/notesMasters/notesMaster1.xml" Id="R7baf31a538f44f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7feb9d0cf94325" /><Relationship Type="http://schemas.openxmlformats.org/officeDocument/2006/relationships/notesMaster" Target="/ppt/notesMasters/notesMaster1.xml" Id="Rb6168ef80fa640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c3fff4c47249ed" /><Relationship Type="http://schemas.openxmlformats.org/officeDocument/2006/relationships/notesMaster" Target="/ppt/notesMasters/notesMaster1.xml" Id="R8cfeff9f7cba4e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start with a slide. Start with Round 1 on the board: everything this group made in six meetings.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 minutes. Investopedia notes an effective pitch names the pain point and why the idea is worth backing. The point here is that it is designed and practised, not improvised.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https://www.investopedia.com/terms/e/elevatorpitch.asp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this out loud as a whole room first, on the board, then let them write. Hearing the list is the motivating part.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Ten minutes of quiet assembly. Anyone who lost a file finds out now rather than during the showcase.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Put the next slide up while they write so they can see specific against vague side by side.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https://www.weforum.org/publications/the-future-of-jobs-report-2025/in-full/3-skills-outlook/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Same rule as the research lab: a claim a reader cannot check does not count. Students can now apply that test to themselves.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the first volunteer publicly. Everyone adjusts after watching one person run over.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https://www.investopedia.com/terms/e/elevatorpitch.asp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Circulate with the timer. The cut in step 1 is where the pitch actually gets good.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https://www.investopedia.com/terms/e/elevatorpitch.asp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partners for one specific compliment and one specific question per student. Keep general praise out of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Pair the post-program survey with the pre-program one so students see their own change rather than hearing about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if students or reviewers want the research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https://www.investopedia.com/terms/e/elevatorpitch.asp</a:t>
            </a:r>
          </a:p>
          <a:p xmlns:a="http://schemas.openxmlformats.org/drawingml/2006/main">
            <a:r>
              <a:t>- https://www.weforum.org/publications/the-future-of-jobs-report-2025/in-full/3-skills-outlook/</a:t>
            </a:r>
          </a:p>
          <a:p xmlns:a="http://schemas.openxmlformats.org/drawingml/2006/main">
            <a:r>
              <a:t>- https://owl.purdue.edu/owl/research_and_citation/conducting_research/evaluating_sources_of_information/general_guidelines.html</a:t>
            </a:r>
          </a:p>
          <a:p xmlns:a="http://schemas.openxmlformats.org/drawingml/2006/main">
            <a:r>
              <a:t>- https://www.deca.org/compete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960434e5954a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1df204e7114ce7" /><Relationship Type="http://schemas.openxmlformats.org/officeDocument/2006/relationships/slideLayout" Target="/ppt/slideLayouts/slideLayout1.xml" Id="R7a48e56594ad4c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48e56594ad4c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c636eccbb46e3" /><Relationship Type="http://schemas.openxmlformats.org/officeDocument/2006/relationships/notesSlide" Target="/ppt/notesSlides/notesSlide1.xml" Id="R7d7899f5cbb448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12866b19a4d09" /><Relationship Type="http://schemas.openxmlformats.org/officeDocument/2006/relationships/notesSlide" Target="/ppt/notesSlides/notesSlide2.xml" Id="R8e981d37ff9146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f8c86c4c641b9" /><Relationship Type="http://schemas.openxmlformats.org/officeDocument/2006/relationships/notesSlide" Target="/ppt/notesSlides/notesSlide3.xml" Id="R17bb15d709f34b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cc43461584baa" /><Relationship Type="http://schemas.openxmlformats.org/officeDocument/2006/relationships/notesSlide" Target="/ppt/notesSlides/notesSlide4.xml" Id="R0de37e692c124c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ffda7a5d84b7e" /><Relationship Type="http://schemas.openxmlformats.org/officeDocument/2006/relationships/notesSlide" Target="/ppt/notesSlides/notesSlide5.xml" Id="Rd96d4a3c05a34b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8ea223a5443b2" /><Relationship Type="http://schemas.openxmlformats.org/officeDocument/2006/relationships/notesSlide" Target="/ppt/notesSlides/notesSlide6.xml" Id="Rc448db0e7ba741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9aa0db7f404e27" /><Relationship Type="http://schemas.openxmlformats.org/officeDocument/2006/relationships/notesSlide" Target="/ppt/notesSlides/notesSlide7.xml" Id="R144e72dd81fa4a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e2fa8637f493f" /><Relationship Type="http://schemas.openxmlformats.org/officeDocument/2006/relationships/notesSlide" Target="/ppt/notesSlides/notesSlide8.xml" Id="Redcdbdbc6d44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4ca4a842a455b" /><Relationship Type="http://schemas.openxmlformats.org/officeDocument/2006/relationships/notesSlide" Target="/ppt/notesSlides/notesSlide9.xml" Id="R06c5ae23082948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f6f4b457948e8" /><Relationship Type="http://schemas.openxmlformats.org/officeDocument/2006/relationships/notesSlide" Target="/ppt/notesSlides/notesSlide10.xml" Id="R8a743af4a49743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1c83f247746b2" /><Relationship Type="http://schemas.openxmlformats.org/officeDocument/2006/relationships/notesSlide" Target="/ppt/notesSlides/notesSlide11.xml" Id="Rb5fd6066374a4f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EE395-A7E9-418E-BBF1-AB5CA1FC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5B6C9F-B8D1-4FCB-9788-B15C71DA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33500"/>
            <a:ext cx="4381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040F2-5F27-4B0A-BE7E-EEDD2F50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716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MEETING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AB5D8-D22B-4B2E-AAD4-B9F15B4A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52650"/>
            <a:ext cx="5715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9C073-907C-4D38-A62F-355E7D3D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95550"/>
            <a:ext cx="36576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Showcase</a:t>
            </a:r>
          </a:p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your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C0A39-517B-44DF-9233-C4A5157C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9008B-2B1B-47F2-84E3-D7814295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85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64780-5A17-4D6A-BC3B-AAA6E9A3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Showcase</a:t>
            </a:r>
          </a:p>
          <a:p xmlns:a="http://schemas.openxmlformats.org/drawingml/2006/main">
            <a:pPr algn="l">
              <a:def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your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16FCB-FBB0-4C93-ADFA-F6D026AC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Assemble it, name what it proves, and say it out loud in sixty seconds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3EB79-25DF-43C3-9C15-A2FAAAFF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Meeting 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D782F-5EA3-441B-81F0-D2C30F4F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Designed by Jada Lin and Olivia Zheng</a:t>
            </a:r>
          </a:p>
          <a:p xmlns:a="http://schemas.openxmlformats.org/drawingml/2006/main">
            <a:pPr algn="l">
              <a:def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Great Neck South</a:t>
            </a:r>
          </a:p>
        </p:txBody>
      </p:sp>
    </p:spTree>
    <p:extLst>
      <p:ext uri="{BB962C8B-B14F-4D97-AF65-F5344CB8AC3E}">
        <p14:creationId xmlns:p14="http://schemas.microsoft.com/office/powerpoint/2010/main" val="16886081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8892A-B25D-4F96-A972-43BDAD90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THE ONLY THING WE TEACH TODAY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309B8-1D4E-42E1-9E70-27D873EA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810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Sixty seconds is a real format.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13B3B-792A-4154-9D2B-2AB95655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70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AB5E7-AC86-4E9C-9425-D24F1B69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 elevator pitch is a 30 to 60 second summary used to spark interest and open the door to a longer conversation.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72CFD-83C6-46C6-95D3-C2B338DA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985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7EBD0-AE21-41DE-B94F-249E7665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Entrepreneurs, salespeople, and job seekers all rehearse one. Venture capitalists judge startups on it. You will rehearse yours three times today.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32A70-2F16-4D29-8B46-26279A59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8B79A-D198-4796-994E-8521778B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Source: Investopedia, Elevator Pitch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439B7-4DC4-4F6E-96A5-B4EB4BC9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18432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FFC36A-B4D9-47B3-9986-EA5B21FE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1D313-99DB-4046-A1BC-BC693460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1 OF 5 · INVENTORY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17317-D373-4369-A3BF-B1260EBE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840229-A24E-4558-901D-FAAA1457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50AAA-B41C-4716-AC37-6140EDC7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List everything you made. You have forgotten half of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C89A9-BEC7-4ECA-8060-6A302DE6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B4BBCD-7901-4404-BF15-590DA23B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AF9CB-6C76-4E87-9C4D-D3722BA7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Write down every piece of work from Meetings 1 through 6.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387DF-A566-43EB-A7F6-CAB17FD4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CCAF4-DE75-4CF4-A095-4C36BD6E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424F9-BC57-417F-A192-D2731E81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Mark anything you cannot currently find.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8493B-6786-4E08-8A99-F8E353E8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4A0D0-8739-40C4-832B-33581CC3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87878-F3E6-49DF-9293-1F90E91F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Go get the missing ones now, not at the 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2B59F-B466-468F-AB73-EBB334A9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FE5DC-3BC8-463B-B78A-1067D658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Six meetings produced a sketch, five questions, a findings log, a paper, an ad, and a quiz.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78715-AB89-447D-AD3B-1F119C7D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137F66-F5D9-4DD9-8DB9-0BF95D4A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2139F-1B17-4047-B8A9-F70C562B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complete list of your own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F19BA-43FA-4F2B-B90D-46A75158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Students are routinely surprised by how much is on this list.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B6531-8DF6-47A2-B611-1DCC4F6E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C270F7-0958-4052-A023-BD980DED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program structure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2F9208-8456-409B-8264-5D414EDC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373949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A60973-80BC-4405-867A-1468E1D7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8274B-68F5-440D-8BA3-3F22DC81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2 OF 5 · ASSEMBLE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7F25B-B733-434A-86BF-8DBC69A8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C8B6C-A06B-4A7E-9804-7E039AA1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10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6BA4B-CEA8-4527-91FA-35A46A8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Build the portfolio in this order.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03BB1-8D27-4976-BA74-3669C5D4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1F634-2004-4520-A349-1B2D0E39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2E8ADA-777B-4773-BFB1-471F5567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The business you chose and why, your five questions, and the one-page paper.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E867F-56B6-42F8-8195-A2D7CE49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BFCD0-4F6C-46AB-8ABF-60D8A442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4634C-001B-4907-BF03-DB77C613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The ad and the reasoning, then a link to your playable quiz.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15697D-4984-4845-AA8C-65B718D6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2B211-6F56-4204-9294-FEB8C668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C5047-902C-4662-87A0-3577D839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Your sources, with links and dates, at the 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BD980-BFD9-4331-A8FA-234DFF87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194B3-21C1-4AC8-A4CD-D0CF1983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The sources list is not paperwork. It is the evidence the work is yours and that it is checkable. (Purdue OWL)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15A87-2982-44E7-BEFA-A86F0639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DC8CC-3FDA-4F71-91BC-241EF083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321F8-959D-4E8E-AC5F-13F0686C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portfolio someone can follow without you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6B6AF7-44A2-4916-866A-BBDB5F4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Order matters. A reader should never have to ask what this is.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C5698-7FCE-4C1F-A3F1-7FF5016B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8D8701-97DB-4C1E-9382-0F4FE67B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Purdue OWL, Evaluating Sources: General Guidelines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23AE7C-296E-4EA4-BEEB-AD731614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37403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EE86CD-6E81-467B-BC9B-3DF5621C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0B8EB9-51B4-4226-ABD3-1A21425B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3 OF 5 · RESUME 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65106-9A95-4A8C-9C78-16B00956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1F754-F488-45CB-ABC3-A284CCAB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7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5001C-AA55-4A9E-9229-15842CD5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three lines in the form skill, artifact, proof.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FFDFF-02F3-4B0D-B145-67715C25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2326E-2CE1-460D-AC4A-79839989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4A976-7751-492D-8FDB-AA867528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Research: name the sources you judged and used.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40048-5D71-4367-B90D-978D82EF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08B00-BEDE-41EC-81AC-A0A7802C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3FC88-B757-4812-A9F1-2553CBF2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Writing: name the paper and the claim it defends.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07051-50E1-4987-B8C4-032D8300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2B75B-8C7B-4008-9EBF-060EDDB1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E95126-0D4E-417D-B62A-8C399458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Building: name the app a stranger can play.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21D21-6EEB-4AAC-8396-8BF23A4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84945-7004-4041-9930-67AD893F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Analytical thinking is the top core skill employers name, with creative thinking fourth. You have now done both. (World Economic Forum)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5E6C5-B3E6-4583-A858-C21A20F4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94FC1-80CF-40AD-AF63-02046262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71942A-A87C-4219-98E7-42E85FA9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Three resume lines with artifacts attached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F1D718-9B05-40BF-9DF7-189CFDCA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A skill with no artifact behind it is a wish. Cut those lines.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81A10-3C7D-47BF-8330-CA0C62BD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78186-8202-4346-9D16-C29A3F80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World Economic Forum, Future of Jobs Report 2025, Skills Outlook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48011-421B-4573-9492-759AE5D0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20654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201B40-C59E-404F-8B1E-DC2725D4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3 MATERIAL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7C12B-E821-4DB8-8C29-10E676A6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The same skills, written two ways.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405FF-D91E-4DE2-B59F-F7559733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 reader can check everything in the left column and nothing in the right 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194CB6-66C0-4285-8200-E230CBAD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905375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B899D-D677-4637-9003-E4BEDCF5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905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14413-4AC6-49E1-859A-A064F09D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SPECIFIC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718EA-7A6D-424C-860A-B4F2660A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FF927-1B45-4FAE-B7CA-8991B66A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Researched a local bakery using five sources and logged each 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BB13C1-635D-4212-94E7-F4432860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FF6D7-88FA-4BA4-A156-018A2F70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Wrote a one-page analysis naming its location advantage.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9A079-2F78-49B8-8DF0-6CCA5669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FD900-84AA-4B80-AF79-2C3AB1C4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481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Built a playable eight-question quiz on retail pricing.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07B38-ED38-4618-AB0D-ED9244BA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B2187-8365-4ACE-B340-D705CFE4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Presented to the owner and revised on their feedback.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614BF1-9A87-4627-848E-292EC922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19300"/>
            <a:ext cx="4905375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52677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5A4E86-93CD-4998-8735-CC3E681F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19300"/>
            <a:ext cx="4905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3FD8B-D29E-471C-A19E-304C3A87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1717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VAGUE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2997A0-E280-4E70-B4A8-C34F600B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914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5D990-525F-43DD-8C2A-E548CCBD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8384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Strong research skills.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E8C5A1-45A2-458B-A61C-84F5DBC1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619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C96769-AE1E-403F-9DD2-AFF3B1ED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5433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Excellent written communication.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629885-DE1E-4676-A4A4-C5E59E7A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F6EB91-B9AE-4928-B441-394FA6B8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24815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Experience with technology.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1A8E2-FBDB-42A0-B32B-4D1C6E66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029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B52DEF-CC02-4368-B79C-63C1023A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953000"/>
            <a:ext cx="4133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Works well with others.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F60B71-FCAF-4F9D-B76C-2DBF8156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0B119-72A3-4B2B-A084-52DB85CA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Purdue OWL, Evaluating Sources: General Guidelines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5B8F49-828B-4DF4-BD84-77C8BD9B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30537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C83C71-C8E0-43FA-9363-93E730F6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BC4E8-DDB0-4BA0-AB8B-278BA202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4 OF 5 · DRAFT THE MINUTE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79794-0934-4555-B703-94827039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8E26F-A098-4A20-BDAB-3E6137B3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6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0D41C-92AA-49E3-9AE0-BDA04553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Write the pitch to these four time blocks.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28620-9B4D-49B0-A1F3-BE4A03A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D5FC4-45F9-4A1E-92CD-C93159A4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6850F-5CA4-4836-8F0F-B36CE560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0:00 to 0:10, the business and why you picked it. 0:10 to 0:30, your one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CF5F6-C85F-40C4-9AE2-78546E5A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5FFE3-4284-4E24-86F7-7FC69A61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A1E95C-0C99-4E82-ABB5-22F9B5AD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0:30 to 0:45, the ad or the app and the choice behind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3AC24-DB28-4A6C-9EF1-D4D37A83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83C0F-0E9C-425D-8C6E-B7B527A9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7D6C8-751D-4CF4-9086-F7A914CD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0:45 to 0:60, what you would do next with more 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0A5B2-024E-4D24-B996-8E2FDCDD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6B6DB3-EA40-405B-8EC0-5AD7591D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An elevator pitch runs 30 to 60 seconds and is memorized and practised in advance. (Investopedia)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6519A-D64B-43C6-8893-D163096A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AF67E-5D71-4584-8BA5-266763FD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765DF-CB5B-43CE-BC97-78890464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written sixty-second 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2D579-FAB7-4258-8EF0-74E788BD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Write it out. Improvised pitches run to two minutes every 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17B837-954F-4AB1-BC23-DC2DACD9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DD822-99D3-4A7F-861E-2B3397D7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Elevator Pitch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3B95E1-7B4F-4AC0-B7FB-BAA0FA66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09278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8C25C9-B1E7-433B-B4BD-016B1B32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CF2EF-30C6-475C-B64E-CAAE4129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ROUND 5 OF 5 · REHEARSE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F3F0B-DEDE-4679-ABF9-FA85352B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0194A-E07D-452C-B1A2-88D6C45C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8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8341C1-0F70-4BF0-9C90-6749CBA4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6038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Say it out loud three times before anyone important hears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6FD2A-7FC5-4C0C-B188-94A27E98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1116E-D64D-4145-BBC0-E6FA2F38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7CDB7-23F0-4D6F-9170-3CAC403F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383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Read it to a partner with a timer running. Cut whatever pushed you over.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97640-94D8-4D77-8245-45E7428E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EE973-60B8-447D-8244-CBBCA747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6B240-C0DC-46BA-942E-75F8F8A5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384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Say it again without the paper.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5E282-B786-466B-A52D-EDA61A8F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E0631-AFA6-4DF7-895D-EEB7D89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A4340-EB46-4379-8379-42E424A4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38550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F1A2B"/>
                </a:solidFill>
                <a:latin typeface="Helvetica Neue"/>
                <a:ea typeface="Helvetica Neue"/>
                <a:cs typeface="Helvetica Neue"/>
              </a:rPr>
              <a:t>Third time, standing, no notes. That is the version you deliver.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8274C-D442-49DE-8474-28E327AA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0388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772B8-8B65-42EB-A507-77B9986D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0250"/>
            <a:ext cx="565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The pitch is a thing you practise, not a summary you improvise on the spot.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B1714-D0FB-4479-82F4-C3439FF7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790950" cy="4305300"/>
          </a:xfrm>
          <a:prstGeom xmlns:a="http://schemas.openxmlformats.org/drawingml/2006/main" prst="roundRect">
            <a:avLst>
              <a:gd name="adj" fmla="val 2010"/>
            </a:avLst>
          </a:prstGeom>
          <a:solidFill xmlns:a="http://schemas.openxmlformats.org/drawingml/2006/main">
            <a:srgbClr val="1C2E4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BF779-E882-45A2-89A1-E7C28AE7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YOU WALK OUT WITH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7EC16-8867-4F93-844C-1EB11872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028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pitch you can deliver without notes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D1E2E-214B-4548-B3DC-BCCF9CDB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Three rehearsals is the minimum. Most people need the third 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445BB2-163A-4838-B6E2-D8D00704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7C442C-18F5-4773-8424-14A1337C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Source: Investopedia, Elevator Pitch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0951D2-9538-4129-8263-2443CEDC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71643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C2E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34305-BFCE-4C7E-AD3F-07D09B20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THE SHOWCASE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335CD-070A-4CAC-8E3E-D7F04E19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Present, then take real feedback.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3C92F-7B56-478E-A6C1-48CFC347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14400"/>
            <a:ext cx="1390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CF1A3E-6310-49B4-A2B6-902C43C2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28700"/>
            <a:ext cx="1390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25 MIN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4CC2F-A088-43C9-B214-25BA5E0E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CC71C-1AF2-4DC6-B396-7550CDE4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8120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Deliver your sixty seconds without notes.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18486-33A2-44FD-B455-2C62F957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BCAAA-765F-45CB-BD71-96635A77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4797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Take one question from the room or the business partner.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6F4446-FDA7-484E-B81C-9A5527B4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0AFC7-1B2E-46D0-B1F5-9D3AC944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Write down the single most useful thing you heard.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2ED56-543F-4533-8C8A-B187F7B5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0802C-2315-4A5D-8EC7-AF1B8DBF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Name what you would change first.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2CE28D-CF1A-4519-8A75-4A37C05E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33575"/>
            <a:ext cx="2190750" cy="34290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7D7F83-2D08-414E-B80D-E76F4CF9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38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DELIVERABLE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B6235C-C8F7-4BEC-80B9-70B86202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19400"/>
            <a:ext cx="1714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Portfolio,</a:t>
            </a:r>
          </a:p>
          <a:p xmlns:a="http://schemas.openxmlformats.org/drawingml/2006/main">
            <a:pPr algn="ctr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resume,</a:t>
            </a:r>
          </a:p>
          <a:p xmlns:a="http://schemas.openxmlformats.org/drawingml/2006/main">
            <a:pPr algn="ctr">
              <a:def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and pitch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7089C-2AFE-4A44-ACE6-85409221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57700"/>
            <a:ext cx="1714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Recognized by the partner businesses.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09E6A1-8CFE-4ED7-BE80-6273ADCE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77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90281-216E-4FDA-91FE-EB55D34C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BDC4D4"/>
                </a:solidFill>
                <a:latin typeface="Helvetica Neue"/>
                <a:ea typeface="Helvetica Neue"/>
                <a:cs typeface="Helvetica Neue"/>
              </a:rPr>
              <a:t>Career Canvas Meeting 7 showcase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1C097A-24BF-436A-9DBA-CB935D54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D1CFC9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645822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35292-76BA-4613-BD20-B45DB467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BEFORE YOU LEAVE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9EF90-C1D2-4DE8-BCD9-BF1AF2B7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You started with curiosity. You are leaving with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4B442-6F99-4736-B78A-3FE712F3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2F2E2-B3EA-4B6F-91F1-9D714601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9E22F-5370-4761-B638-D2B7D1EC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What can you do now that you could not in Meeting 1?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19B5B-1287-4D6C-8FBB-6CD4BB87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Which deliverable are you proudest of?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423BB-5B50-43D2-A40A-94FA62A9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Where does this go next?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0BD02-D4F2-448B-A656-DBD897DD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0250"/>
            <a:ext cx="4905375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D1CFC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F16FD-11F8-473E-ADFE-EE2854F5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NEXT MEETING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A684B-CFEC-4A76-A534-EE0B6AA0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Post-program 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E4A84-009B-4077-AEA5-3E91D5ED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Retake the confidence survey from Meeting 1 and compare the two side by side.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5BB4C-507F-4803-9BEF-37858B5B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D8BD5-B542-4FF8-B957-5C60716B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Career Canvas Meeting 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9C03F5-9C37-4C87-8F81-6D19C11F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824874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1CFC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CA27E-B9B7-4439-B537-43F26982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SOURCE LIBRARY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42501-9751-44B6-8A3C-7760166D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Research used in this meeting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B05C9-E870-45EB-AB22-120151BA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All links were accessed September 21, 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B9897-804A-42DC-B178-D9E046CF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473C9-FA59-41AD-A95E-25959BD4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Elevator Pitch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DAD8F-EB15-4683-9096-8E11CBDA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investopedia.com/terms/e/elevatorpitch.asp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F7138-30D2-4820-A47A-7C9FBDD4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World Economic Forum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1104F-0DB4-42B8-9CD8-837D0454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Future of Jobs Report 2025, Skills Outlook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68F05-5F1F-4331-A0D1-139FF9CD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weforum.org/publications/the-future-of-jobs-report-2025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9D38E3-C29C-4898-AAD2-1BB46F6E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Purdue OWL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88F7E-C086-490D-9BDA-1991AC51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52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Evaluating Sources: General Guidelines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9A5DA-E8EE-498A-B7A6-318BD7B1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owl.purdue.edu/owl/research_and_citation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E1A40-6815-43D1-B554-DC4C0D13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670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DECA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A3874-290E-4826-897A-11EDC070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242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C2E4A"/>
                </a:solidFill>
                <a:latin typeface="Helvetica Neue"/>
                <a:ea typeface="Helvetica Neue"/>
                <a:cs typeface="Helvetica Neue"/>
              </a:rPr>
              <a:t>Competitive Events Program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B5CCE-571C-4BAA-BC45-B2CA1E5C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385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deca.org/compete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743BC6-7500-4F93-90B8-FEE5E9E2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4D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5F840-16E7-44CA-B5DC-3F57DFBB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96050"/>
            <a:ext cx="923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Full URLs are also stored in the speaker notes of the slides that use them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CB91A-C1B7-41EA-89F7-8DCDBFFF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4960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2677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75142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2026-09-21T19:22:50.6950000Z</dcterms:created>
  <dcterms:modified xsi:type="dcterms:W3CDTF">2026-09-21T19:22:50.6950000Z</dcterms:modified>
</coreProperties>
</file>