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221ed8bfea4d6a" /><Relationship Type="http://schemas.openxmlformats.org/officeDocument/2006/relationships/extended-properties" Target="/docProps/app.xml" Id="Reb81c2e3ac92427a" /><Relationship Type="http://schemas.openxmlformats.org/officeDocument/2006/relationships/officeDocument" Target="/ppt/presentation.xml" Id="Rd3b92dc825c642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8964a8b23448c6"/>
  </p:sldMasterIdLst>
  <p:notesMasterIdLst>
    <p:notesMasterId xmlns:r="http://schemas.openxmlformats.org/officeDocument/2006/relationships" r:id="R75fbe950fcfe4c3f"/>
  </p:notesMasterIdLst>
  <p:sldIdLst>
    <p:sldId xmlns:r="http://schemas.openxmlformats.org/officeDocument/2006/relationships" id="256" r:id="R87d3821048b34051"/>
    <p:sldId xmlns:r="http://schemas.openxmlformats.org/officeDocument/2006/relationships" id="257" r:id="R83edaecbbb724349"/>
    <p:sldId xmlns:r="http://schemas.openxmlformats.org/officeDocument/2006/relationships" id="258" r:id="Rae7e444b9f1a4499"/>
    <p:sldId xmlns:r="http://schemas.openxmlformats.org/officeDocument/2006/relationships" id="259" r:id="R49e0e355a9914441"/>
    <p:sldId xmlns:r="http://schemas.openxmlformats.org/officeDocument/2006/relationships" id="260" r:id="R77ae21ff2f114843"/>
    <p:sldId xmlns:r="http://schemas.openxmlformats.org/officeDocument/2006/relationships" id="261" r:id="R5b21e13180934e2f"/>
    <p:sldId xmlns:r="http://schemas.openxmlformats.org/officeDocument/2006/relationships" id="262" r:id="Ree9bb0525b8c41f6"/>
    <p:sldId xmlns:r="http://schemas.openxmlformats.org/officeDocument/2006/relationships" id="263" r:id="Re8a71cd5d22a4de8"/>
    <p:sldId xmlns:r="http://schemas.openxmlformats.org/officeDocument/2006/relationships" id="264" r:id="R9fe4d215a4744536"/>
    <p:sldId xmlns:r="http://schemas.openxmlformats.org/officeDocument/2006/relationships" id="265" r:id="R60a23033c8224f3f"/>
    <p:sldId xmlns:r="http://schemas.openxmlformats.org/officeDocument/2006/relationships" id="266" r:id="R27498a79140c45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b053612e574d3e" /><Relationship Type="http://schemas.openxmlformats.org/officeDocument/2006/relationships/slideMaster" Target="/ppt/slideMasters/slideMaster1.xml" Id="R878964a8b23448c6" /><Relationship Type="http://schemas.openxmlformats.org/officeDocument/2006/relationships/notesMaster" Target="/ppt/notesMasters/notesMaster1.xml" Id="R75fbe950fcfe4c3f" /><Relationship Type="http://schemas.openxmlformats.org/officeDocument/2006/relationships/presProps" Target="/ppt/presProps.xml" Id="R827f78649f934c00" /><Relationship Type="http://schemas.openxmlformats.org/officeDocument/2006/relationships/tableStyles" Target="/ppt/tableStyles.xml" Id="R9a818bdbd3504808" /><Relationship Type="http://schemas.openxmlformats.org/officeDocument/2006/relationships/slide" Target="/ppt/slides/slide1.xml" Id="R87d3821048b34051" /><Relationship Type="http://schemas.openxmlformats.org/officeDocument/2006/relationships/slide" Target="/ppt/slides/slide2.xml" Id="R83edaecbbb724349" /><Relationship Type="http://schemas.openxmlformats.org/officeDocument/2006/relationships/slide" Target="/ppt/slides/slide3.xml" Id="Rae7e444b9f1a4499" /><Relationship Type="http://schemas.openxmlformats.org/officeDocument/2006/relationships/slide" Target="/ppt/slides/slide4.xml" Id="R49e0e355a9914441" /><Relationship Type="http://schemas.openxmlformats.org/officeDocument/2006/relationships/slide" Target="/ppt/slides/slide5.xml" Id="R77ae21ff2f114843" /><Relationship Type="http://schemas.openxmlformats.org/officeDocument/2006/relationships/slide" Target="/ppt/slides/slide6.xml" Id="R5b21e13180934e2f" /><Relationship Type="http://schemas.openxmlformats.org/officeDocument/2006/relationships/slide" Target="/ppt/slides/slide7.xml" Id="Ree9bb0525b8c41f6" /><Relationship Type="http://schemas.openxmlformats.org/officeDocument/2006/relationships/slide" Target="/ppt/slides/slide8.xml" Id="Re8a71cd5d22a4de8" /><Relationship Type="http://schemas.openxmlformats.org/officeDocument/2006/relationships/slide" Target="/ppt/slides/slide9.xml" Id="R9fe4d215a4744536" /><Relationship Type="http://schemas.openxmlformats.org/officeDocument/2006/relationships/slide" Target="/ppt/slides/slide10.xml" Id="R60a23033c8224f3f" /><Relationship Type="http://schemas.openxmlformats.org/officeDocument/2006/relationships/slide" Target="/ppt/slides/slide11.xml" Id="R27498a79140c45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50fe95a0a144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ea31fd18114d0d" /><Relationship Type="http://schemas.openxmlformats.org/officeDocument/2006/relationships/notesMaster" Target="/ppt/notesMasters/notesMaster1.xml" Id="Rc9d4c35e5f2e46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a23c77a88e4072" /><Relationship Type="http://schemas.openxmlformats.org/officeDocument/2006/relationships/notesMaster" Target="/ppt/notesMasters/notesMaster1.xml" Id="Rd8982086b06d4b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7f8708059f441d" /><Relationship Type="http://schemas.openxmlformats.org/officeDocument/2006/relationships/notesMaster" Target="/ppt/notesMasters/notesMaster1.xml" Id="R4f69480a441345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4ac1e2979f44f8" /><Relationship Type="http://schemas.openxmlformats.org/officeDocument/2006/relationships/notesMaster" Target="/ppt/notesMasters/notesMaster1.xml" Id="R063286a7809345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a2ec95517942eb" /><Relationship Type="http://schemas.openxmlformats.org/officeDocument/2006/relationships/notesMaster" Target="/ppt/notesMasters/notesMaster1.xml" Id="Raf440f50f1ba44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120a2cb6e34f6f" /><Relationship Type="http://schemas.openxmlformats.org/officeDocument/2006/relationships/notesMaster" Target="/ppt/notesMasters/notesMaster1.xml" Id="R040a7c7579bd41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f431ef85824e37" /><Relationship Type="http://schemas.openxmlformats.org/officeDocument/2006/relationships/notesMaster" Target="/ppt/notesMasters/notesMaster1.xml" Id="R593d8046cae04c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0ddbf81a40442f" /><Relationship Type="http://schemas.openxmlformats.org/officeDocument/2006/relationships/notesMaster" Target="/ppt/notesMasters/notesMaster1.xml" Id="Ra398d6c2303e4c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c7ade1d86c42ce" /><Relationship Type="http://schemas.openxmlformats.org/officeDocument/2006/relationships/notesMaster" Target="/ppt/notesMasters/notesMaster1.xml" Id="R03ad6b4e343240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ed07fc3a854b6b" /><Relationship Type="http://schemas.openxmlformats.org/officeDocument/2006/relationships/notesMaster" Target="/ppt/notesMasters/notesMaster1.xml" Id="Rcc7d842196ae40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ec5c4b409a4180" /><Relationship Type="http://schemas.openxmlformats.org/officeDocument/2006/relationships/notesMaster" Target="/ppt/notesMasters/notesMaster1.xml" Id="Raf69d09b941a4e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asking who has built something other people used. Then say that everyone in the room will have by the end of the meeting.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According to PubMed, Roediger and Karpicke (2006) found repeated studying beat repeated testing after five minutes, but after two days or a week prior testing produced substantially greater retention, even though restudying made students more confident.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https://doi.org/10.1111/j.1467-9280.2006.01693.x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Percentages are the proportion of idea units recalled in Experiment 1, read from the paper itself. The authors also note the tested group recalled as much after a week as the restudy group did after two days, so one test bought five days of retention. Confidence ran the other way: restudying made students more sure they would remember.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https://doi.org/10.1111/j.1467-9280.2006.01693.x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3 minutes closed, 2 checking, 2 discussing. Ask who got one wrong and make the point that this is the useful part.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https://doi.org/10.1111/j.1467-9280.2006.01693.x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spot-the-flaw question is the hardest to write and the one peers enjoy most. Give an example from your own business if the room stalls.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https://doi.org/10.1111/j.1467-9280.2006.01693.x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 two students swap one question and try to guess the answer without knowing the topic. Guessable means the distractors failed.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https://doi.org/10.1111/j.1467-9280.2006.01693.x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 it at two lines. Students who write a paragraph have written something nobody will finish.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https://doi.org/10.1111/j.1467-9280.2006.01693.x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Enforce the no-asking rule. The moment the author explains, the test stops working.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Collect the exported files now so Meeting 7 does not start with missing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meeting tests the platform's central promise: a student with no coding experience turning original research into a working 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if students or reviewers want the research 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https://doi.org/10.1111/j.1467-9280.2006.01693.x</a:t>
            </a:r>
          </a:p>
          <a:p xmlns:a="http://schemas.openxmlformats.org/drawingml/2006/main">
            <a:r>
              <a:t>- https://www.deca.org/compete</a:t>
            </a:r>
          </a:p>
          <a:p xmlns:a="http://schemas.openxmlformats.org/drawingml/2006/main">
            <a:r>
              <a:t>- https://www.investopedia.com/terms/m/market-research.asp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a4cd4152374b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719e0703144ada" /><Relationship Type="http://schemas.openxmlformats.org/officeDocument/2006/relationships/slideLayout" Target="/ppt/slideLayouts/slideLayout1.xml" Id="R46d7c86578b648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d7c86578b648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94046e9ef4495" /><Relationship Type="http://schemas.openxmlformats.org/officeDocument/2006/relationships/notesSlide" Target="/ppt/notesSlides/notesSlide1.xml" Id="Re02ec9653da74d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7a240c8de49ad" /><Relationship Type="http://schemas.openxmlformats.org/officeDocument/2006/relationships/notesSlide" Target="/ppt/notesSlides/notesSlide2.xml" Id="R139d7aa6dbe746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eef4791cb44d6" /><Relationship Type="http://schemas.openxmlformats.org/officeDocument/2006/relationships/notesSlide" Target="/ppt/notesSlides/notesSlide3.xml" Id="R0f179f76be3e42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5f8bf90534adf" /><Relationship Type="http://schemas.openxmlformats.org/officeDocument/2006/relationships/notesSlide" Target="/ppt/notesSlides/notesSlide4.xml" Id="R837cfe996d8046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8c2de80bf447d" /><Relationship Type="http://schemas.openxmlformats.org/officeDocument/2006/relationships/notesSlide" Target="/ppt/notesSlides/notesSlide5.xml" Id="R86976fbeaccb40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2abc1166574331" /><Relationship Type="http://schemas.openxmlformats.org/officeDocument/2006/relationships/notesSlide" Target="/ppt/notesSlides/notesSlide6.xml" Id="Rca167df6b78247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2168923384857" /><Relationship Type="http://schemas.openxmlformats.org/officeDocument/2006/relationships/notesSlide" Target="/ppt/notesSlides/notesSlide7.xml" Id="R35288f496e154f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2c02247dd48a3" /><Relationship Type="http://schemas.openxmlformats.org/officeDocument/2006/relationships/notesSlide" Target="/ppt/notesSlides/notesSlide8.xml" Id="R29546f4a98c844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43148a31d42e7" /><Relationship Type="http://schemas.openxmlformats.org/officeDocument/2006/relationships/notesSlide" Target="/ppt/notesSlides/notesSlide9.xml" Id="R677a1a7047c747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9b06b8eba4e76" /><Relationship Type="http://schemas.openxmlformats.org/officeDocument/2006/relationships/notesSlide" Target="/ppt/notesSlides/notesSlide10.xml" Id="R96e6d18bb8a8404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e47d0fee740bd" /><Relationship Type="http://schemas.openxmlformats.org/officeDocument/2006/relationships/notesSlide" Target="/ppt/notesSlides/notesSlide11.xml" Id="R72dee9623b4846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04CDDB-A614-432F-AA95-C8C9B584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0"/>
            <a:ext cx="5524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A2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722022-C418-450C-BD95-EF3669EA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43815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77CEB-AE71-4DB1-89DE-5B05E688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MEETING 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D1EAA5-D7CA-4978-92CC-4B11872D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571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8254F1-653B-4EC1-ACF7-8671C84D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95550"/>
            <a:ext cx="36576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Build your</a:t>
            </a:r>
          </a:p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quiz 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ADC49-2EF5-40E6-BFBE-5FE1B916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E75603-DC29-46B3-86D1-FD88E355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85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180B8-BCCC-42FF-8AAF-15804AF0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95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Build your</a:t>
            </a:r>
          </a:p>
          <a:p xmlns:a="http://schemas.openxmlformats.org/drawingml/2006/main">
            <a:pPr algn="l">
              <a:defRPr sz="39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quiz app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10D11-F8D3-4D6A-82E5-46091447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Write it, build it, and have someone else break it, all in one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569ED9-0747-4E0A-ABB8-C19F94AA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Meeting 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F0FC79-237E-4868-88AF-331FECBE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Designed by Jada Lin and Olivia Zheng</a:t>
            </a:r>
          </a:p>
          <a:p xmlns:a="http://schemas.openxmlformats.org/drawingml/2006/main">
            <a:pPr algn="l">
              <a:defRPr sz="9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</p:spTree>
    <p:extLst>
      <p:ext uri="{BB962C8B-B14F-4D97-AF65-F5344CB8AC3E}">
        <p14:creationId xmlns:p14="http://schemas.microsoft.com/office/powerpoint/2010/main" val="15186226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D3E3FD-23B2-45DD-B038-644D5FBC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THE ONLY THING WE TEACH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E4EF2F-7115-434D-AEC3-FB3FB97C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Being tested beats re-reading.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E15C4-8407-4D94-8FB3-DDA188B4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70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2006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C2602-C3AE-46E9-837A-C56EC0A0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52700"/>
            <a:ext cx="666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Students who took recall tests remembered substantially more a week later than students who restudied the same material.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86EAAB-6EB4-40AC-B29B-B00D9447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85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A367FC-E758-4D6F-8E7D-BFAB203C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So the quiz you build is not a decoration on your research. It is the thing that makes someone else remember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641DC-27C7-4F1D-8184-F87F6DB9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649114-6C91-496C-8E32-F3254FD0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Source: Roediger &amp; Karpicke, Psychological Science 17(3), 2006, pp. 249-255, via PubMed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DE936-7ACB-4719-94E7-CC52A184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680719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4B44D3-B0F5-4B48-88BD-038B9A27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THE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E0260-F3D6-4E2A-B674-9BBC5192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Testing wins, but only after a delay.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46211-CD61-4CB7-A0D7-486216DC0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Roediger &amp; Karpicke (2006), Experiment 1: students read a passage, then either restudied it or took a recall test with no feedback.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B8C7A-E4A1-4C6B-8052-876B89BC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666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B3A33-936F-462A-BC0B-9CE740F9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500" y="2286000"/>
            <a:ext cx="495300" cy="23812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FE5B42-DC6F-4503-9957-B89D1FC3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300" y="19812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81%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F3EBC-6B5D-4F55-BC85-3131FB80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200" y="2466975"/>
            <a:ext cx="495300" cy="22002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95C5F8-F73D-47D5-9AA6-4FB7A8C5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9000" y="2162175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75%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64569-5C76-4A46-B7B8-2C7D0468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00600"/>
            <a:ext cx="222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After 5 minutes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7263D-2E2D-4EB6-9E77-0209DA70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76575"/>
            <a:ext cx="495300" cy="15906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052B7D-3B3B-42CA-8C79-B79DCC42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71775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54%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5194F-2E03-4427-A314-0F6B655C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67000"/>
            <a:ext cx="495300" cy="20002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62B686-3C9A-4C45-9319-E9B51C22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622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68%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4FAB4-091B-43E4-A570-7FF5B8D1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0250" y="4800600"/>
            <a:ext cx="222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After 2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FEE3E9-C1CA-448F-A7C2-2B80E776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500" y="3429000"/>
            <a:ext cx="495300" cy="12382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FA7C8D-D81F-4AFC-A06C-15C33E88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300" y="31242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42%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35A866-F8C3-40C8-8B97-A6137EC6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0200" y="3019425"/>
            <a:ext cx="495300" cy="164782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7A51F-FC4C-4EBC-BC8B-FA510768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2714625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56%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FA7BF3-A9C6-4B3E-B4DB-F72C8F72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750" y="4800600"/>
            <a:ext cx="222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After 1 week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3E94E-2C19-4194-8BAC-BB79BB8A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006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50DD0E-6873-4754-9165-0667F91A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816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Restudied the passage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97AE6-E7A8-42E6-A32A-FE761D1A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006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0F32AC-F59C-42C1-B5FD-C73AE04D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1816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Took a recall test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9E0ACA-A8BD-4A46-9E47-0269ECD3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2857500" cy="314325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ABF06C-CA14-40F9-8B76-879B8016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955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WHAT IT MEANS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2874E9-CBAC-4561-BD34-458C4372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2324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Restudying wins the first five minutes and loses every delay that matters. Your quiz is built for the one-week column.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D28DF1-D529-4CA9-8862-99A36588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DD0547-D7C8-4E10-887B-D9D57D96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Roediger &amp; Karpicke, Psychological Science 17(3), 2006, p. 251, via PubMed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AD30F9-4895-4AE4-8A5E-1A37D255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448415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5E9C21-7C41-4D71-8DF6-CF5D37C2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B452EB-3C0B-41DA-B46A-161DC489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1 OF 5 · CLOSED 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E516B9-F45A-4037-AFAE-19BE6BAB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AFDCF-1BB7-414B-83F2-563728B2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2E148-E151-418F-BD46-78ABABAA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Write three questions without looking at your paper.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C9197E-C756-4F2B-929B-A5FDBC89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F45BD-3F45-404C-B202-890B2AD4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12BC7-81CF-47AF-B483-B32DE745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Close the paper. Write three questions you could answer from memory.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4F394-E1BC-4362-B523-9A376E75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FB239-D4D0-453D-A21D-425372B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5BD55-2DAE-42E0-B4DC-32718D3B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Open it. Check whether you were right.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CCCF0-1090-4730-9641-1A4C0490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7866D4-37BB-4A5B-932A-E59A9441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5B493-EC63-4F66-A14E-C9497DF0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Anything you got wrong is a better question than anything you got right.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499958-0219-4A71-B920-D54D8FC2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0F96C-3485-49CC-8D3C-FE4AD31B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Recall without the page in front of you is the effect the research is actually about. (Roediger &amp; Karpicke, 2006)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A21B86-7C6B-4A79-BED6-A375AA6B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7580E4-4CEB-4AC7-A4C6-E78FCB9E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F88883-8752-401C-8670-76CD09CE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Three questions grounded in your own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ED48AA-B7E0-4DD7-BA0E-632F2953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You just ran the testing effect on yourself. That is the design brief.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B8C174-F466-45DE-8733-9A2AD0E9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BF823F-70AB-4ED6-B73F-4446F361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Roediger &amp; Karpicke, Psychological Science 17(3), 2006, via PubMed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E59265-6826-4EBC-BE9B-1DC8AF7D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037791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479877-EE62-403D-9691-3CA6C233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4DE68-1222-4056-A171-13E066DB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2 OF 5 · MIX THE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8C13C-E728-4A20-B4A8-793B3E1E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8BA1EE-1A9B-4C18-865A-A1F001B6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8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75AC5-F0A8-4D6F-89C3-B65DD217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Write one question of each kind.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C2F5A-2DC9-455A-A5B9-A5F75CE3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243C1-FDB3-4687-9A86-2E75736B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9B270-B761-4FA1-9801-0D920057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Recall: can they retrieve the fact at all?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809542-2010-4BB9-9ECE-6DF62855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1E6386-DE4F-4784-83ED-397B0ADB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FBEC24-C1FF-4BF3-9C8E-4AA0ACEF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Apply: given a new situation, what would they do?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CF7CBF-C3FF-487A-B473-21A59BBF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6016F4-76D1-4EC9-8705-FA3671B2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642E4B-254C-482C-AF96-73B72071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Spot the flaw: what is wrong with this business decision?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D08228-74E1-4118-BB74-42A701B2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9676B0-4172-4977-889E-44195908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Recall questions carry the memory effect. Apply and spot-the-flaw are what make it worth playing.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4A2BF-35D6-4AE2-9604-53474976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45F489-62B8-49A5-B09E-61022CCD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767A75-DEE2-4149-878D-DAE879EA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Three questions of three different kinds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ED0D7F-CC8D-492B-ADD1-E434B944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A quiz of pure recall is a flashcard deck. Mix 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F734C9-1420-462B-9B22-8BAB0AA8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DBDABA-E884-4D1E-8F4B-4929C5EF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Roediger &amp; Karpicke, Psychological Science 17(3), 2006, via PubMed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3FFB40-8155-429B-B25D-E135D127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515295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1DAEFE-5064-488D-822F-282F5F39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91B4A-3EEA-467F-AF0A-663E5A95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3 OF 5 · DISTRACTOR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078CC-DF79-4D35-AAF6-083EF2BD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501EB-86BA-472A-9705-86A1BAD0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8690F7-D954-4E65-87C3-AFACAEB0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Make the wrong answers hard to dismiss.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77458-F3D3-4680-9B32-5EB68FF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C9FC1-001F-49C1-B746-4FF6D906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5A1D4-B00E-4EB9-B825-DB14AE86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Take one question. Write three wrong answers.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6EA759-C8C0-4B6C-B8A3-0469F83D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07A36-3F0D-49D5-B5E2-0108936A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547E80-B646-4581-86D3-59B846A7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Cross out any that are obviously jokes. A silly option is not an option.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865B3E-80C0-464E-9007-BA5A6B0B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1D94D5-9FD8-4788-9ECB-DD5F209D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F3F95B-5D64-433E-A700-B28FA538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Each survivor has to be something a reasonable person might believe.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B0125D-8BF6-4F16-BFE2-DA97197C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D25C7D-31CA-4289-9F6B-27D1FB3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If one option is a joke, your four-option question is really a three-option question.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7D0184-D6FF-45BB-8495-01C19AF1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6F404-0D4F-4181-BD98-9E5E6E67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B24EBF-8C53-407E-A534-234A1135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question with three plausible distractors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77626E-4F35-457D-8A32-44EACAF5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This is the single biggest difference between a real quiz and a filler quiz.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B26C3B-ECF8-417F-A817-428C9CB1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97D117-C6B5-4C01-8624-7036A42E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 quiz-design bar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3E3CD4-0F48-4981-B207-0F92F620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551969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1641F3-E484-4378-B516-8C85D889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EAF8F-48BC-48D2-B518-47756812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4 OF 5 · WRITE THE WHY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50BB1F-C8DC-4942-8963-B51ECC43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D549A5-87C2-403A-9899-A7890FBF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E341F-0B3E-4006-9EDB-EE98318C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Write feedback that teaches, not feedback that judges.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E45C96-2256-41C8-ABFC-AEF9380E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9BC18-386F-4A86-B6B3-F406655A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96E97-09E5-404F-8284-37ECE570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Pick your best wrong answer. Write why someone would pick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C57A3-724F-4735-B3AF-3801B8AC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AEC66D-C509-4902-A62F-629E9EED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E04CDA-8163-447B-9E6E-D7527D71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Write why the right answer is right, in one or two lines.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B6981-C445-49FE-B966-14CD6AD2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314A4-0A59-43DA-9213-EB819091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901D84-3177-4A4C-AE1F-74C218B9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Add one fact the player did not have before. Then stop.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869CE9-B684-4FC9-8CCD-CBD52846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7AA953-6E8C-440A-9189-53C11B55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Correct with nothing else, and try again with no hint, are both wasted messages.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0F5886-F2B8-45CD-88AD-42ED0574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D4E883-D87E-41C3-9D30-DA0BED29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193D0-CF9F-40E4-97FE-37AEA8CA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Feedback text for one whole question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5D8788-E938-49B3-A833-95925DBB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Players read the feedback more carefully than the question. Spend your effort here.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DAAABB-160B-4204-9A9F-26122F2F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BC9D33-5153-4156-BC49-3D912E3F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 quiz-design bar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A7A07C-5FA6-4A3D-B91B-DC07408D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14158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D16ED3-78DD-4A77-8F1B-33818D93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B40F38-8E56-43C6-BE15-AF1AE557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ROUND 5 OF 5 · PEER 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5314E-19AF-404F-8FC3-4E5E186A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1D76E2-CA3A-444B-9B6C-6FC3FCD0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10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2B6B3D-F014-451F-AD9E-649B4E29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Hand it to someone and watch it break.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A24CE4-92E7-437F-A58D-41945384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E55811-97DA-4262-993A-B47E1201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C92EE-EC5D-4801-8159-0F89FF91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Swap with someone who studied a different business.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5FD78-9A11-4689-ABB3-94BAC7BD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C6C0AA-4334-427C-80D3-0BBF79A7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64CD8-4919-4EB0-8260-E6079B78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Play the whole thing without asking the author anything.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740341-7787-4AAD-8CCB-69826702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702234-64AC-468D-8BA5-0E80267E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5066FF-3348-4514-8F5B-638F4A9F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Log every question you could guess without knowing the topic, and give back one fix.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492A03-4563-4A79-80C8-844903F6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69ADC0-20B1-4056-BE83-D8E983BD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A quiz a stranger cannot play alone is not finished, whatever it looks like on your screen.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158E40-3859-4874-A9A3-8398E333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0AAD3E-C600-4080-9AE4-F8B7A019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FEDAF9-AA96-433A-B8A0-D6849027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list of what broke, from a real player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E12E0-B51B-48A6-BFE7-98EAB9CA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Guessable questions are the most common finding. Better a peer finds them than a judge.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87A28F-D1F9-4A89-B9EE-A098E235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FBBBE7-40AB-47E3-8ACE-AECBF31B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 quiz-builder acceptance criteria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4259A4-4BCA-4E67-A019-50DFA813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15710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C2E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5C1EA5-C53E-44D8-9B84-F03D6DF3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4F238-28D7-4EC3-A210-DC604570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Ship the quiz and fix what the tester found.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51C6F-BE7D-4B5A-9B82-4BCC2865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91440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E0D41-C732-4CBE-A845-C56CAAA7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287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18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A9C2AC-64B2-4AD2-8842-D9AE02A5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17FDF5-481A-4821-B37A-94618D97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8120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Enter your questions, answers, and feedback in the builder.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947C0-A1A1-424E-A258-A69AC4CF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702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25CEFA-A5CC-4847-8595-259C3529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479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Set the title, introduction, and audience.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5455E5-976E-4B69-B9B4-86FD0F3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5F050F-CB80-44D1-84F3-8B00729B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Generate it and play it yourself start to finish.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C1441-C1FC-4810-97CD-F062F4ED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385704-6AAC-451C-9966-354543BD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815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Apply your tester's fix and export the file.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885DA5-6AEF-41AE-B0B5-C2B15AC4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33575"/>
            <a:ext cx="2190750" cy="34290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44D3DB-3282-42FE-A63A-00B0260A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DELIVERABLE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2261F5-6AA8-4CD1-92A8-9B48B7C2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19400"/>
            <a:ext cx="1714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A tested,</a:t>
            </a:r>
          </a:p>
          <a:p xmlns:a="http://schemas.openxmlformats.org/drawingml/2006/main">
            <a:pPr algn="ctr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playable</a:t>
            </a:r>
          </a:p>
          <a:p xmlns:a="http://schemas.openxmlformats.org/drawingml/2006/main">
            <a:pPr algn="ctr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quiz app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BE95A1-312A-4763-90D1-7639B6D8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57700"/>
            <a:ext cx="1714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Five questions minimum, exported and working offline.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463E65-1517-46AC-BA08-4E67304D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B183BB-0E1B-4C70-828B-F2809548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Career Canvas Meeting 6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0283BF-6F7A-4C22-B78E-01000856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8549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C71437-3E4F-4EC4-A68B-FDBC91E7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BEFORE YOU LEAVE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885CC-ACFD-46BB-9701-B42C7D79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You built something other people can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A2AC4-FA16-4B6B-AF65-FECE4477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96DF6B-7E3D-4355-92A8-B7F4FCF0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EXIT TICKET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8ECA94-1395-41C8-93F9-F7152FF4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Which question was hardest to write?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7FB7D-1E10-4BA4-A407-B9114E60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What did your tester guess?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6750AA-0A19-4446-92B8-BBE2BA94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What did you fix?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C9891-AFED-46A1-9437-858407DF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490537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91AFB-7054-408F-80E5-5FDB6B1E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NEXT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84458-EC35-4B4F-A1AF-2BC6AA51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Showcase your work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FD468-E239-4F2E-B83B-78155CD8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Put the paper, the ad, and the app into a portfolio, write the skills resume, and rehearse sixty seconds.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552D9-115D-4524-86B4-F26B4D1F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D3E162-79BE-42F2-B233-EFC627C8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 Meeting 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8212B9-63BF-4C08-95CB-A4B7A056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700239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D1CF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07259D-F493-4798-A951-9E4DE8F3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 LIBRARY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E3ADEA-8141-4B90-806A-86A47962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Research used in this meeting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DAA73-3813-4100-B16A-2AFC532D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All links were accessed September 21, 2026.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54F296-78DA-4625-B668-627CEC18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Roediger &amp; Karpicke (2006)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EE2042-DF5A-4CDC-8429-AADF2E3E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Test-Enhanced Learning, Psychological Science 17(3), 249-255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78B11-73BC-4B86-9A0E-D1E1D7DE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doi.org/10.1111/j.1467-9280.2006.01693.x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D35AE6-3E9D-4F26-9EDF-9B65445F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DECA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83A7D2-44F1-4FE4-BF50-08B7D1F4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Competitive Events 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D88F96-72E5-43FF-A24E-BBF4C48E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deca.org/compete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13CBD-D1CB-4C16-B08D-38B93D44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E0182F-27D0-4F94-8ECF-6E41CC01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Market Research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AFE678-0966-4D48-B92E-FE17DFD2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investopedia.com/terms/m/market-research.asp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E4C65-F770-496D-80D3-359530D4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Purdue OWL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79FB07-7FB2-49AD-A146-989FA194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Evaluating Sources: General Guidelines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E44872-8AAF-4978-90DE-7F604295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owl.purdue.edu/owl/research_and_citation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220A61-BCB1-45CD-AD22-CD31EDB6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422811-6858-4975-9BB0-36F75204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Full URLs are also stored in the speaker notes of the slides that use them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07C786-122D-4CF9-A98B-C8BB8717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714641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2026-09-21T19:22:49.0710000Z</dcterms:created>
  <dcterms:modified xsi:type="dcterms:W3CDTF">2026-09-21T19:22:49.0710000Z</dcterms:modified>
</coreProperties>
</file>