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6072e00da54bae" /><Relationship Type="http://schemas.openxmlformats.org/officeDocument/2006/relationships/extended-properties" Target="/docProps/app.xml" Id="Rdda2b674e6634b9d" /><Relationship Type="http://schemas.openxmlformats.org/officeDocument/2006/relationships/officeDocument" Target="/ppt/presentation.xml" Id="R45d9a8d9c5a547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1881331f254fcd"/>
  </p:sldMasterIdLst>
  <p:notesMasterIdLst>
    <p:notesMasterId xmlns:r="http://schemas.openxmlformats.org/officeDocument/2006/relationships" r:id="Rcf92dadb5c4a4fd8"/>
  </p:notesMasterIdLst>
  <p:sldIdLst>
    <p:sldId xmlns:r="http://schemas.openxmlformats.org/officeDocument/2006/relationships" id="256" r:id="Ra04fe6dae2df4998"/>
    <p:sldId xmlns:r="http://schemas.openxmlformats.org/officeDocument/2006/relationships" id="257" r:id="R725d880a70e04962"/>
    <p:sldId xmlns:r="http://schemas.openxmlformats.org/officeDocument/2006/relationships" id="258" r:id="Rb60669f6a31448c6"/>
    <p:sldId xmlns:r="http://schemas.openxmlformats.org/officeDocument/2006/relationships" id="259" r:id="R24a1f07a43514dc1"/>
    <p:sldId xmlns:r="http://schemas.openxmlformats.org/officeDocument/2006/relationships" id="260" r:id="Re47e57f43a304b47"/>
    <p:sldId xmlns:r="http://schemas.openxmlformats.org/officeDocument/2006/relationships" id="261" r:id="R81f695016ffa4e07"/>
    <p:sldId xmlns:r="http://schemas.openxmlformats.org/officeDocument/2006/relationships" id="262" r:id="R088939a869784570"/>
    <p:sldId xmlns:r="http://schemas.openxmlformats.org/officeDocument/2006/relationships" id="263" r:id="R0c7be204303d4fbb"/>
    <p:sldId xmlns:r="http://schemas.openxmlformats.org/officeDocument/2006/relationships" id="264" r:id="R5562e3fc3bc341de"/>
    <p:sldId xmlns:r="http://schemas.openxmlformats.org/officeDocument/2006/relationships" id="265" r:id="R94f9cc5bd0f6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df387076dd4ef7" /><Relationship Type="http://schemas.openxmlformats.org/officeDocument/2006/relationships/slideMaster" Target="/ppt/slideMasters/slideMaster1.xml" Id="R1d1881331f254fcd" /><Relationship Type="http://schemas.openxmlformats.org/officeDocument/2006/relationships/notesMaster" Target="/ppt/notesMasters/notesMaster1.xml" Id="Rcf92dadb5c4a4fd8" /><Relationship Type="http://schemas.openxmlformats.org/officeDocument/2006/relationships/presProps" Target="/ppt/presProps.xml" Id="Rf10399a78c6c459d" /><Relationship Type="http://schemas.openxmlformats.org/officeDocument/2006/relationships/tableStyles" Target="/ppt/tableStyles.xml" Id="R59d447038d17441d" /><Relationship Type="http://schemas.openxmlformats.org/officeDocument/2006/relationships/slide" Target="/ppt/slides/slide1.xml" Id="Ra04fe6dae2df4998" /><Relationship Type="http://schemas.openxmlformats.org/officeDocument/2006/relationships/slide" Target="/ppt/slides/slide2.xml" Id="R725d880a70e04962" /><Relationship Type="http://schemas.openxmlformats.org/officeDocument/2006/relationships/slide" Target="/ppt/slides/slide3.xml" Id="Rb60669f6a31448c6" /><Relationship Type="http://schemas.openxmlformats.org/officeDocument/2006/relationships/slide" Target="/ppt/slides/slide4.xml" Id="R24a1f07a43514dc1" /><Relationship Type="http://schemas.openxmlformats.org/officeDocument/2006/relationships/slide" Target="/ppt/slides/slide5.xml" Id="Re47e57f43a304b47" /><Relationship Type="http://schemas.openxmlformats.org/officeDocument/2006/relationships/slide" Target="/ppt/slides/slide6.xml" Id="R81f695016ffa4e07" /><Relationship Type="http://schemas.openxmlformats.org/officeDocument/2006/relationships/slide" Target="/ppt/slides/slide7.xml" Id="R088939a869784570" /><Relationship Type="http://schemas.openxmlformats.org/officeDocument/2006/relationships/slide" Target="/ppt/slides/slide8.xml" Id="R0c7be204303d4fbb" /><Relationship Type="http://schemas.openxmlformats.org/officeDocument/2006/relationships/slide" Target="/ppt/slides/slide9.xml" Id="R5562e3fc3bc341de" /><Relationship Type="http://schemas.openxmlformats.org/officeDocument/2006/relationships/slide" Target="/ppt/slides/slide10.xml" Id="R94f9cc5bd0f6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dfaf7b6c67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435a2771fa40cd" /><Relationship Type="http://schemas.openxmlformats.org/officeDocument/2006/relationships/notesMaster" Target="/ppt/notesMasters/notesMaster1.xml" Id="R05f448e93f9c4b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8c65cda5ae4e46" /><Relationship Type="http://schemas.openxmlformats.org/officeDocument/2006/relationships/notesMaster" Target="/ppt/notesMasters/notesMaster1.xml" Id="Rf5452f83ce3040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395e72fc9a4816" /><Relationship Type="http://schemas.openxmlformats.org/officeDocument/2006/relationships/notesMaster" Target="/ppt/notesMasters/notesMaster1.xml" Id="R27c47574eff04f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eb61fdf9954bd6" /><Relationship Type="http://schemas.openxmlformats.org/officeDocument/2006/relationships/notesMaster" Target="/ppt/notesMasters/notesMaster1.xml" Id="Rc5fc04510aee44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6a7acc782847bb" /><Relationship Type="http://schemas.openxmlformats.org/officeDocument/2006/relationships/notesMaster" Target="/ppt/notesMasters/notesMaster1.xml" Id="R0911b307b03c44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30731650954d66" /><Relationship Type="http://schemas.openxmlformats.org/officeDocument/2006/relationships/notesMaster" Target="/ppt/notesMasters/notesMaster1.xml" Id="Rd1a38cd4724146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a5f35e4bdc4da7" /><Relationship Type="http://schemas.openxmlformats.org/officeDocument/2006/relationships/notesMaster" Target="/ppt/notesMasters/notesMaster1.xml" Id="R43617cc0cbb046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fa616bdd824c92" /><Relationship Type="http://schemas.openxmlformats.org/officeDocument/2006/relationships/notesMaster" Target="/ppt/notesMasters/notesMaster1.xml" Id="Ra13ed119f6d14c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431b77633049b9" /><Relationship Type="http://schemas.openxmlformats.org/officeDocument/2006/relationships/notesMaster" Target="/ppt/notesMasters/notesMaster1.xml" Id="R7a3df64813dc41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7a878b4d614790" /><Relationship Type="http://schemas.openxmlformats.org/officeDocument/2006/relationships/notesMaster" Target="/ppt/notesMasters/notesMaster1.xml" Id="R7e0ee4e2852a42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asking who has built something other people used. Then say that everyone in the room will have by the end of the meeting.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According to PubMed, Roediger and Karpicke (2006) found repeated studying beat repeated testing after five minutes, but after two days or a week prior testing produced substantially greater retention, even though restudying made students more confident.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3 minutes closed, 2 checking, 2 discussing. Ask who got one wrong and make the point that this is the useful 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spot-the-flaw question is the hardest to write and the one peers enjoy most. Give an example from your own business if the room stalls.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two students swap one question and try to guess the answer without knowing the topic. Guessable means the distractors failed.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 it at two lines. Students who write a paragraph have written something nobody will finish.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Enforce the no-asking rule. The moment the author explains, the test stops working.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the exported files now so Meeting 7 does not start with missing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meeting tests the platform's central promise: a student with no coding experience turning original research into a working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https://doi.org/10.1111/j.1467-9280.2006.01693.x</a:t>
            </a:r>
          </a:p>
          <a:p xmlns:a="http://schemas.openxmlformats.org/drawingml/2006/main">
            <a:r>
              <a:t>- https://www.deca.org/compete</a:t>
            </a:r>
          </a:p>
          <a:p xmlns:a="http://schemas.openxmlformats.org/drawingml/2006/main">
            <a:r>
              <a:t>- https://www.investopedia.com/terms/m/market-research.asp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efcb9407e40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c6e80a9fda4f4a" /><Relationship Type="http://schemas.openxmlformats.org/officeDocument/2006/relationships/slideLayout" Target="/ppt/slideLayouts/slideLayout1.xml" Id="R159964d0ee2c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9964d0ee2c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4e36ebf6943e6" /><Relationship Type="http://schemas.openxmlformats.org/officeDocument/2006/relationships/notesSlide" Target="/ppt/notesSlides/notesSlide1.xml" Id="R58d57136ccd94f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261c8887f4115" /><Relationship Type="http://schemas.openxmlformats.org/officeDocument/2006/relationships/notesSlide" Target="/ppt/notesSlides/notesSlide2.xml" Id="Rbe1d0ddf65e44d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3efa7e16048a8" /><Relationship Type="http://schemas.openxmlformats.org/officeDocument/2006/relationships/notesSlide" Target="/ppt/notesSlides/notesSlide3.xml" Id="Ree58bce38a9246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5a68711a24da7" /><Relationship Type="http://schemas.openxmlformats.org/officeDocument/2006/relationships/notesSlide" Target="/ppt/notesSlides/notesSlide4.xml" Id="Re5c0fb81cc8244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6152d6d0345fd" /><Relationship Type="http://schemas.openxmlformats.org/officeDocument/2006/relationships/notesSlide" Target="/ppt/notesSlides/notesSlide5.xml" Id="R28d7c991ae374e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65d3b896a4adc" /><Relationship Type="http://schemas.openxmlformats.org/officeDocument/2006/relationships/notesSlide" Target="/ppt/notesSlides/notesSlide6.xml" Id="R7f9b383e1f0c46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746ec8a024552" /><Relationship Type="http://schemas.openxmlformats.org/officeDocument/2006/relationships/notesSlide" Target="/ppt/notesSlides/notesSlide7.xml" Id="R3d87e2b4605e4f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0b7ea168e4553" /><Relationship Type="http://schemas.openxmlformats.org/officeDocument/2006/relationships/notesSlide" Target="/ppt/notesSlides/notesSlide8.xml" Id="R81e8a44b96fa47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749c71e034065" /><Relationship Type="http://schemas.openxmlformats.org/officeDocument/2006/relationships/notesSlide" Target="/ppt/notesSlides/notesSlide9.xml" Id="R2556008fc44a49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7eaab38ff48dd" /><Relationship Type="http://schemas.openxmlformats.org/officeDocument/2006/relationships/notesSlide" Target="/ppt/notesSlides/notesSlide10.xml" Id="R354165566d8043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666CF-51F5-48CA-8FCB-FDCF0A57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A4EC8-050F-4D02-9EBA-086B9709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4381500" cy="45720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9245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B0C66-4A29-4DE5-9BFC-760FC01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00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MEETING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31102-2A92-48C5-98CE-919717BA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36576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your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quiz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60D5E-1D88-474D-8255-06C4150B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8F2A1-881A-41F0-95C7-DDF33FCF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85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798C9-26FC-498D-895F-74ADD60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762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Build your</a:t>
            </a:r>
          </a:p>
          <a:p xmlns:a="http://schemas.openxmlformats.org/drawingml/2006/main">
            <a:pPr algn="l">
              <a:defRPr sz="40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quiz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ACEA4-167D-414E-9F11-8BAA1649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Write it, build it, and have someone else break it, all in one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3D80E-01B1-4816-AF2E-E787077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Meeting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F20A0-5C9B-4E7F-933D-69253F20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10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</p:spTree>
    <p:extLst>
      <p:ext uri="{BB962C8B-B14F-4D97-AF65-F5344CB8AC3E}">
        <p14:creationId xmlns:p14="http://schemas.microsoft.com/office/powerpoint/2010/main" val="1218936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64DEC-4554-4BE9-8FA8-ABD04B4F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03011-90D2-4F22-B01A-30FF39FC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Being tested beats re-reading.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0726B-C0BF-4D63-8F2B-91F16F3F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2006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13D51-BD74-493B-A759-54A2A15A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Students who took recall tests remembered substantially more a week later than students who restudied the same material.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30E45-2D6D-4864-BC02-9CD36145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85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7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3B2BD-1C56-45CD-8DD2-D22E27BF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rPr>
              <a:t>So the quiz you build is not a decoration on your research. It is the thing that makes someone else remember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95FDD-681E-4853-A8A6-96E57AE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7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870FF-A7BA-4241-83A3-F5DECF53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rPr>
              <a:t>Source: Roediger &amp; Karpicke, Psychological Science 17(3), 2006, pp. 249-255, via PubMed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6E52B-B412-4A89-A79B-442E3714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2351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19D30-729E-4B97-9388-AC44FCEB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8B824-6E38-4693-8A43-215E2410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ROUND 1 OF 5 · CLOSED 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FE598-E3F2-4FF3-A9A1-0C985F28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C6BFF-662B-46CD-896B-4008EE52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5C656-97BD-4D34-922E-40433760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Write three questions without looking at your paper.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72FE2-7569-4E54-9F39-F6B9A7BE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C59C1-E454-436C-8570-55A5E44B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AE4DF-1BA8-491C-B3E3-01564AFD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Close the paper. Write three questions you could answer from memory.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19823-AD4A-464D-AFB8-AD73866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0EE89-442D-449C-983A-A1A65E76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5A51A-3584-4BF4-838D-8EB13DE3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Open it. Check whether you were right.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878C0-7A0A-4A1E-A98A-C2DE466B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C260B-E44B-4628-AEA5-9DCCDC7D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FE73C-8A58-4F47-B0A5-9B6BE90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Anything you got wrong is a better question than anything you got right.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4D068-08AE-45A3-9D6C-44EC9F9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82FAB-D50B-4AEE-8FA1-6465E830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Recall without the page in front of you is the effect the research is actually about. (Roediger &amp; Karpicke, 2006)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84A9F-1472-4C86-8A3C-2FF24749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09245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F04AF-183B-4C59-93BB-26CC430E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BB7BD-1AE3-4B97-A427-97CA62F5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Three questions grounded in your own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BC070-3BAA-477B-857D-64B4904A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rPr>
              <a:t>You just ran the testing effect on yourself. That is the design brief.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1EB1C-6C7D-4C41-8BFE-E33FCB5E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634AA-7B52-4BF4-9096-200005BB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Source: Roediger &amp; Karpicke, Psychological Science 17(3), 2006, via PubMed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5D710-83A3-4B9B-A17C-30B44EF7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0438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97634-48FC-4AB9-9225-D3D00CDB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71478-DE8E-4E28-8D97-646FC5F0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ROUND 2 OF 5 · MIX THE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F0414-E73E-41B4-8BD5-CF5942A8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EE323-5537-4D74-849D-4BA21B1B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A0810-266B-4EEE-B4B5-6100DF1C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Write one question of each kind.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3F888-08D3-454C-B75C-DABD2098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6280C-24E2-40B8-BD93-E108CB15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62716-5E43-48FA-858E-89414E3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Recall: can they retrieve the fact at all?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00C82-03B4-4FB0-9E56-D490EA82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42AC4-5422-40B1-8E04-6E49E441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B1C53-B20D-4EAA-834B-15366048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Apply: given a new situation, what would they do?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DAA6C-C27B-4044-9D09-D8953998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580EA-0A53-46BC-90BD-2E7E0139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2EDDC-53D5-4920-868E-6F400E7D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Spot the flaw: what is wrong with this business decision?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AAF6C-D9B7-443B-86AF-9EB330C1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277D6-D604-44F9-8DE0-96D5AA40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Recall questions carry the memory effect. Apply and spot-the-flaw are what make it worth playing.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2EBEB-1AAC-417F-B042-D78DB43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09245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A63EA-DB58-44D6-B140-5D534912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383A1-AA0D-45B3-BC79-3A06837E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Three questions of three different kinds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BE6BA-322D-4E16-B398-E4C6E43B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rPr>
              <a:t>A quiz of pure recall is a flashcard deck. Mix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AC312-2BDE-49E9-A573-951B5505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78534-AA43-489F-B8A5-F59FE9A3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Source: Roediger &amp; Karpicke, Psychological Science 17(3), 2006, via PubMed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88A3C-39C9-4423-9FF6-DB3C9D0E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7513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29726-41FC-43F6-B07C-1F8AD41C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DF7CB-F2C4-485D-9777-A271EB8F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ROUND 3 OF 5 · DISTRACTOR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AAFA4-F018-4E10-8A2E-E3694437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6E98D-8694-467E-A3A3-9B1BF256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305F7-2BB9-4E2B-BAF4-0044919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Make the wrong answers hard to dismiss.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16B07-4028-4BE7-9621-9413C3E3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467D0-B344-4E5F-9CA8-7CC54FEF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D72EA-4CE1-466E-BFA9-5E2E4DFC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Take one question. Write three wrong answers.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DC390-58AE-471C-8E42-96A462A9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43B12-C200-412B-87C2-DF6ED2BD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E0157-B127-4206-9295-1516A256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Cross out any that are obviously jokes. A silly option is not an option.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2AE0D-0247-4DAB-BE84-E19F4DC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5D335-D9B1-4C0B-8C47-BB9324F2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DDC08-E412-432A-9A44-D14A78D2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Each survivor has to be something a reasonable person might believe.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48D3C-636C-4119-9FF0-96A6585F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A5AB8-CF78-4891-B2E3-4C948CB4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If one option is a joke, your four-option question is really a three-option question.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32689-F439-4F50-AD16-C41740C9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09245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923D8-9ED2-4BE3-95BF-BD5F8A6B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41C62-5E2C-4C00-8E2A-2991BDA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with three plausible distractors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68149B-1568-4929-BC33-AD711EA9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rPr>
              <a:t>This is the single biggest difference between a real quiz and a filler quiz.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39883-6228-4E68-85A1-A5D1161F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B6DB4-5EBB-4515-8E00-1A44968B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Career Canvas quiz-design bar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0A6F2-0771-40B2-8C43-E6D41926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8721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E4D5E-5DE2-4223-A871-9C1E6E11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FC2EC-14B7-450D-96C8-3C6B223F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ROUND 4 OF 5 · WRITE THE 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C94D9-38AA-424B-BF63-5B2F45F4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CC588-09F6-4097-8C22-B5A308D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76BFF-263B-461C-BEF1-2922BDFF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Write feedback that teaches, not feedback that judges.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B63EA-5124-4C0A-BCBC-AE42B0B4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48681-E8C1-4E26-88AE-7E1617D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F197A-0E95-4D70-AABC-EDD384B8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Pick your best wrong answer. Write why someone would pick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417FD-9158-4231-9098-8AA8ED73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32BD1-67EF-44A0-98FF-A1AF2987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8EB40-550D-4755-8FC5-9E393EA8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Write why the right answer is right, in one or two lines.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81E47-338C-4954-975B-3656548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902FE-EF60-428F-9647-9A7DBAA6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8E8A7-8FB7-4D78-8A09-8A2B2255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Add one fact the player did not have before. Then stop.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49010-9118-42B0-99B8-ACCDA912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74490-7F7C-4094-93AF-A1D3118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Correct with nothing else, and try again with no hint, are both wasted messages.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2EA89-0ED7-4523-90EC-58AE254B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09245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DC858-604C-4330-8A69-4FD87890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C0287-FB2C-4E86-8B2C-D1FD008E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Feedback text for one whole question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21B05-9BF1-40E3-AF59-7606374C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rPr>
              <a:t>Players read the feedback more carefully than the question. Spend your effort here.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86FAC-A24B-48DF-B8B1-F30E04B7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53D31-F148-4830-9167-84C95B4A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Career Canvas quiz-design bar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CD1CD-0667-4C4D-AA8A-3F098BB9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0551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5DFDA-55CF-4EC8-9A49-1013A3DD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45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7D2BE-5B5D-497B-B1B9-531ABD41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ROUND 5 OF 5 · PEER 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4649C-3DBF-447C-9B0C-C14531FC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18A72-6010-4483-AE1C-C3E042E1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9A1E0-BB2D-477F-B023-6C9C7466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Hand it to someone and watch it break.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B1E5D-8D00-47B0-9064-41076968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AE456-70B8-4144-8CA5-F1EA4B83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884A4-1DDB-4EFB-87A2-1BB5C663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Swap with someone who studied a different business.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D7A3C-BC51-457F-B4FE-7811A8DC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BB615-03CD-45B4-8733-443D94FA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7AB8F-9622-413F-83BE-DEE03BDA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Play the whole thing without asking the author anything.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C673F-EFA0-4B73-BD15-46089CE2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1852E-3984-4A86-82D4-237321C5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1C7B0-A3A8-4290-A6DE-8E37AF7D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213D"/>
                </a:solidFill>
                <a:latin typeface="Helvetica Neue"/>
                <a:ea typeface="Helvetica Neue"/>
                <a:cs typeface="Helvetica Neue"/>
              </a:rPr>
              <a:t>Log every question you could guess without knowing the topic, and give back one fix.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D0D47-7D7C-4810-A2FE-506C7D6F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2B65D-EDA0-4872-B20D-00013E57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A quiz a stranger cannot play alone is not finished, whatever it looks like on your screen.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1173C-4E68-4447-8A4B-3E55790C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09245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91AA1-F414-48F3-8E20-88CEC4CA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CD82B-CE4C-425C-9FF4-DE5469D8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list of what broke, from a real player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7B9D1-0B97-4D9E-B8B8-829A4745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rPr>
              <a:t>Guessable questions are the most common finding. Better a peer finds them than a judge.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AD8FA-0E89-4FC9-8399-73E92B4A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BF017-469E-483A-A0B6-2655E1E1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Career Canvas quiz-builder acceptance criteria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EB179-21AE-4432-8ABB-89C6EDCA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078421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24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A7EDD-F043-4EF4-BB30-0DE81F28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BA883-1508-4389-80A7-05D15083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Ship the quiz and fix what the tester found.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DE089-B032-4BEF-9A3F-3A11BA18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1440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14326-42AE-471B-8DA4-2711D379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18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3C0CB-A70F-42CD-9633-22CA4901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51526-1569-472E-96E9-BF55240E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Enter your questions, answers, and feedback in the builder.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7A018-40A1-4EF2-B7D1-C29718E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CF884-022F-4E14-AB73-FA513591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7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 the title, introduction, and audience.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F3DFB-8B5D-4F3B-9F20-C46B396F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34DA6-64B0-443C-B32A-3B3C6FF6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Generate it and play it yourself start to finish.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8C8FB-97F6-4FDF-B230-4A15C6DD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18173-27F6-4C59-A848-AAE19CBE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Apply your tester's fix and export the file.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F65F8-9F58-449C-A721-9AAC8FBD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2190750" cy="34290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EDA5B-DE43-4B31-8A47-76E6AF9F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348FB-5048-421F-AC84-1AE67BFE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A tested,</a:t>
            </a:r>
          </a:p>
          <a:p xmlns:a="http://schemas.openxmlformats.org/drawingml/2006/main">
            <a:pPr algn="ctr">
              <a:defRPr sz="22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playable</a:t>
            </a:r>
          </a:p>
          <a:p xmlns:a="http://schemas.openxmlformats.org/drawingml/2006/main">
            <a:pPr algn="ctr">
              <a:defRPr sz="22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quiz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379EA-9823-4DE2-B2D9-95B83DED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577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Five questions minimum, exported and working offline.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BE48A-3083-4D1D-A7C7-7EC960FE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7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C5A4F-526F-4E3A-9488-63016369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FE6FF"/>
                </a:solidFill>
                <a:latin typeface="Helvetica Neue"/>
                <a:ea typeface="Helvetica Neue"/>
                <a:cs typeface="Helvetica Neue"/>
              </a:rPr>
              <a:t>Career Canvas Meeting 6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DC283-1D91-452C-9CCF-01FF73C5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D43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65071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82237-81ED-4C8F-A41E-6A405E99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88BC6-339E-460E-9839-D5531497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You built something other people can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5B8C0-4B91-4EB4-88DE-EEAF75F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04A8C-EEC6-48BC-9219-04DE28D0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F5F6-F3CC-4DF3-A394-B10EAC94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Which question was hardest to write?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FF49E-C312-43FF-8D41-4CF4B495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What did your tester guess?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B4CD9-C5D0-48B2-BF14-C422CF97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What did you fix?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F4AA6-4B0E-4D6D-BE42-CE2F4FBA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9053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BD9BE-C3B0-40D7-8777-8F9CA4D1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71C7C-E804-487A-A725-57306181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Showcase your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8388D-3793-42A8-B5B7-FA40F7D5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Put the paper, the ad, and the app into a portfolio, write the skills resume, and rehearse sixty seconds.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780E1-BBDB-415C-91E5-3A9EE315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BBC19-A1EF-4BE6-B144-C58FBF87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Career Canvas Meeting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888AD-5CF2-440D-BFC1-8E595413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67264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4293A-4EF2-4B43-A8B3-C46ADDCE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3257-6C59-4157-9057-ED89658A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30B44-E542-484B-A2A3-5F20807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D767C-0369-4D7E-B82D-AFAE0DA8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Roediger &amp; Karpicke (2006)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FCCA4-E7E1-466B-B95B-C16BA370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Test-Enhanced Learning, Psychological Science 17(3), 249-255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C51C8-781C-4F9A-97A9-15002BD6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doi.org/10.1111/j.1467-9280.2006.01693.x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4EF53-195A-40AD-913E-D5B3B900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DECA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7A154-A9DA-4C83-8400-7AEDC3A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Competitive Events Program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806AF-1B54-4A25-91DF-19F95189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deca.org/compete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4DF91-9AA5-4F1F-9D4F-9F13FC3A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5FB42-979F-467A-9D83-655EF8F2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Market 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8291E-84DB-446B-A0C4-056FE4E7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investopedia.com/terms/m/market-research.asp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2D4E5-16AD-4B95-B027-5D4D8A21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Purdue OWL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56E2A-E033-4A6B-B105-709CFE4A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92454"/>
                </a:solidFill>
                <a:latin typeface="Helvetica Neue"/>
                <a:ea typeface="Helvetica Neue"/>
                <a:cs typeface="Helvetica Neue"/>
              </a:rPr>
              <a:t>Evaluating Sources: General Guidelines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CD657-9FD9-4F66-AA37-BB3B5806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owl.purdue.edu/owl/research_and_citation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7AEF4-4677-4BE4-9AE6-9356595B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528DF-9AEE-409C-B372-CC2200BF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1718A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029BB-673E-4C5D-B174-56280EE8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8339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2026-09-21T17:14:31.6090000Z</dcterms:created>
  <dcterms:modified xsi:type="dcterms:W3CDTF">2026-09-21T17:14:31.6090000Z</dcterms:modified>
</coreProperties>
</file>