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7bec6e06974611" /><Relationship Type="http://schemas.openxmlformats.org/officeDocument/2006/relationships/extended-properties" Target="/docProps/app.xml" Id="R8fa696ccc9f944de" /><Relationship Type="http://schemas.openxmlformats.org/officeDocument/2006/relationships/officeDocument" Target="/ppt/presentation.xml" Id="Re35e0730975f47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20ffdd8c8a4262"/>
  </p:sldMasterIdLst>
  <p:notesMasterIdLst>
    <p:notesMasterId xmlns:r="http://schemas.openxmlformats.org/officeDocument/2006/relationships" r:id="R968fbb454baf44e0"/>
  </p:notesMasterIdLst>
  <p:sldIdLst>
    <p:sldId xmlns:r="http://schemas.openxmlformats.org/officeDocument/2006/relationships" id="256" r:id="R96ca201995b8459b"/>
    <p:sldId xmlns:r="http://schemas.openxmlformats.org/officeDocument/2006/relationships" id="257" r:id="R8d0a697234a247ce"/>
    <p:sldId xmlns:r="http://schemas.openxmlformats.org/officeDocument/2006/relationships" id="258" r:id="R86515881b9174b46"/>
    <p:sldId xmlns:r="http://schemas.openxmlformats.org/officeDocument/2006/relationships" id="259" r:id="Rcfc6128a23df44ee"/>
    <p:sldId xmlns:r="http://schemas.openxmlformats.org/officeDocument/2006/relationships" id="260" r:id="Reec0e5c90c6d439f"/>
    <p:sldId xmlns:r="http://schemas.openxmlformats.org/officeDocument/2006/relationships" id="261" r:id="R18c2f29264154a0c"/>
    <p:sldId xmlns:r="http://schemas.openxmlformats.org/officeDocument/2006/relationships" id="262" r:id="R954b88eead8b4556"/>
    <p:sldId xmlns:r="http://schemas.openxmlformats.org/officeDocument/2006/relationships" id="263" r:id="Re13a0fe27ce84efd"/>
    <p:sldId xmlns:r="http://schemas.openxmlformats.org/officeDocument/2006/relationships" id="264" r:id="Rb47ddd5b5cb547e2"/>
    <p:sldId xmlns:r="http://schemas.openxmlformats.org/officeDocument/2006/relationships" id="265" r:id="R4be3ec01a7ec416d"/>
    <p:sldId xmlns:r="http://schemas.openxmlformats.org/officeDocument/2006/relationships" id="266" r:id="R59aaf05a8cf940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b3ec0e04fe4878" /><Relationship Type="http://schemas.openxmlformats.org/officeDocument/2006/relationships/slideMaster" Target="/ppt/slideMasters/slideMaster1.xml" Id="R7c20ffdd8c8a4262" /><Relationship Type="http://schemas.openxmlformats.org/officeDocument/2006/relationships/notesMaster" Target="/ppt/notesMasters/notesMaster1.xml" Id="R968fbb454baf44e0" /><Relationship Type="http://schemas.openxmlformats.org/officeDocument/2006/relationships/presProps" Target="/ppt/presProps.xml" Id="Rda9392f962e74bb3" /><Relationship Type="http://schemas.openxmlformats.org/officeDocument/2006/relationships/tableStyles" Target="/ppt/tableStyles.xml" Id="R54b020d99e3f4327" /><Relationship Type="http://schemas.openxmlformats.org/officeDocument/2006/relationships/slide" Target="/ppt/slides/slide1.xml" Id="R96ca201995b8459b" /><Relationship Type="http://schemas.openxmlformats.org/officeDocument/2006/relationships/slide" Target="/ppt/slides/slide2.xml" Id="R8d0a697234a247ce" /><Relationship Type="http://schemas.openxmlformats.org/officeDocument/2006/relationships/slide" Target="/ppt/slides/slide3.xml" Id="R86515881b9174b46" /><Relationship Type="http://schemas.openxmlformats.org/officeDocument/2006/relationships/slide" Target="/ppt/slides/slide4.xml" Id="Rcfc6128a23df44ee" /><Relationship Type="http://schemas.openxmlformats.org/officeDocument/2006/relationships/slide" Target="/ppt/slides/slide5.xml" Id="Reec0e5c90c6d439f" /><Relationship Type="http://schemas.openxmlformats.org/officeDocument/2006/relationships/slide" Target="/ppt/slides/slide6.xml" Id="R18c2f29264154a0c" /><Relationship Type="http://schemas.openxmlformats.org/officeDocument/2006/relationships/slide" Target="/ppt/slides/slide7.xml" Id="R954b88eead8b4556" /><Relationship Type="http://schemas.openxmlformats.org/officeDocument/2006/relationships/slide" Target="/ppt/slides/slide8.xml" Id="Re13a0fe27ce84efd" /><Relationship Type="http://schemas.openxmlformats.org/officeDocument/2006/relationships/slide" Target="/ppt/slides/slide9.xml" Id="Rb47ddd5b5cb547e2" /><Relationship Type="http://schemas.openxmlformats.org/officeDocument/2006/relationships/slide" Target="/ppt/slides/slide10.xml" Id="R4be3ec01a7ec416d" /><Relationship Type="http://schemas.openxmlformats.org/officeDocument/2006/relationships/slide" Target="/ppt/slides/slide11.xml" Id="R59aaf05a8cf940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2c273fc2734f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93b125dd7248c9" /><Relationship Type="http://schemas.openxmlformats.org/officeDocument/2006/relationships/notesMaster" Target="/ppt/notesMasters/notesMaster1.xml" Id="Rb54565fb9fa940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644974b2c84eb4" /><Relationship Type="http://schemas.openxmlformats.org/officeDocument/2006/relationships/notesMaster" Target="/ppt/notesMasters/notesMaster1.xml" Id="Rf410be89655744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358a077ff4a84" /><Relationship Type="http://schemas.openxmlformats.org/officeDocument/2006/relationships/notesMaster" Target="/ppt/notesMasters/notesMaster1.xml" Id="Re0a5a7b81b9a4d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8378798bb841ca" /><Relationship Type="http://schemas.openxmlformats.org/officeDocument/2006/relationships/notesMaster" Target="/ppt/notesMasters/notesMaster1.xml" Id="Ra4af7f40c8514d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c9ad52137c4c26" /><Relationship Type="http://schemas.openxmlformats.org/officeDocument/2006/relationships/notesMaster" Target="/ppt/notesMasters/notesMaster1.xml" Id="R51e45b6f988644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a71e4981854673" /><Relationship Type="http://schemas.openxmlformats.org/officeDocument/2006/relationships/notesMaster" Target="/ppt/notesMasters/notesMaster1.xml" Id="Ra0f17db2f71743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61522393034696" /><Relationship Type="http://schemas.openxmlformats.org/officeDocument/2006/relationships/notesMaster" Target="/ppt/notesMasters/notesMaster1.xml" Id="R3163b1b29ecf49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2b9d9a3a714e53" /><Relationship Type="http://schemas.openxmlformats.org/officeDocument/2006/relationships/notesMaster" Target="/ppt/notesMasters/notesMaster1.xml" Id="R7380e3ee341543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e5cb029e4f4b1a" /><Relationship Type="http://schemas.openxmlformats.org/officeDocument/2006/relationships/notesMaster" Target="/ppt/notesMasters/notesMaster1.xml" Id="R6c97198e3aae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bb1beab6704c94" /><Relationship Type="http://schemas.openxmlformats.org/officeDocument/2006/relationships/notesMaster" Target="/ppt/notesMasters/notesMaster1.xml" Id="R9685d269006b41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b7c2e599c34b22" /><Relationship Type="http://schemas.openxmlformats.org/officeDocument/2006/relationships/notesMaster" Target="/ppt/notesMasters/notesMaster1.xml" Id="Ree68a8cc41bc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start with a slide. Start with Round 1 on the board: everything this group made in four meetings.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minutes. Investopedia notes an effective pitch names the pain point and why the idea is worth backing. The point here is that it is designed and practised, not improvised.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https://www.investopedia.com/terms/e/elevatorpitch.asp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this out loud as a whole room first, on the board, then let them write. Hearing the list is the motivating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 minutes of quiet assembly. Anyone who lost a file finds out now rather than during the showcase.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Put the next slide up while they write so they can see specific against vague side by side.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https://www.weforum.org/publications/the-future-of-jobs-report-2025/in-full/3-skills-outlook/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 rule as the research lab: a claim a reader cannot check does not count. Students can now apply that test to themselves.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the first volunteer publicly. Everyone adjusts after watching one person run 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https://www.investopedia.com/terms/e/elevatorpitch.asp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Circulate with the timer. The cut in step 1 is where the pitch actually gets good.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https://www.investopedia.com/terms/e/elevatorpitch.asp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partners for one specific compliment and one specific question per student. Keep general praise out of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the post-program survey with the pre-program one so students see their own change rather than hearing about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https://www.investopedia.com/terms/e/elevatorpitch.asp</a:t>
            </a:r>
          </a:p>
          <a:p xmlns:a="http://schemas.openxmlformats.org/drawingml/2006/main">
            <a:r>
              <a:t>- https://www.weforum.org/publications/the-future-of-jobs-report-2025/in-full/3-skills-outlook/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  <a:p xmlns:a="http://schemas.openxmlformats.org/drawingml/2006/main">
            <a:r>
              <a:t>- https://www.deca.org/compete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181bb569a46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667e04b04044dc" /><Relationship Type="http://schemas.openxmlformats.org/officeDocument/2006/relationships/slideLayout" Target="/ppt/slideLayouts/slideLayout1.xml" Id="R7f450267858e4b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450267858e4b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de52e9d544201" /><Relationship Type="http://schemas.openxmlformats.org/officeDocument/2006/relationships/notesSlide" Target="/ppt/notesSlides/notesSlide1.xml" Id="Rdaa7d2d7bdb5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2333c41744d30" /><Relationship Type="http://schemas.openxmlformats.org/officeDocument/2006/relationships/notesSlide" Target="/ppt/notesSlides/notesSlide2.xml" Id="R6fcb88fe2b314c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f05ed2e2d4f42" /><Relationship Type="http://schemas.openxmlformats.org/officeDocument/2006/relationships/notesSlide" Target="/ppt/notesSlides/notesSlide3.xml" Id="R846fc6f387cc41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245c6c0214545" /><Relationship Type="http://schemas.openxmlformats.org/officeDocument/2006/relationships/notesSlide" Target="/ppt/notesSlides/notesSlide4.xml" Id="Rb6e23d145a3e45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fab4c53a94719" /><Relationship Type="http://schemas.openxmlformats.org/officeDocument/2006/relationships/notesSlide" Target="/ppt/notesSlides/notesSlide5.xml" Id="R8842d31b30b640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fbe097f014df8" /><Relationship Type="http://schemas.openxmlformats.org/officeDocument/2006/relationships/notesSlide" Target="/ppt/notesSlides/notesSlide6.xml" Id="R952cd0be976d48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e1d3aeef448b4" /><Relationship Type="http://schemas.openxmlformats.org/officeDocument/2006/relationships/notesSlide" Target="/ppt/notesSlides/notesSlide7.xml" Id="Rd6e0e0a9e29f47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1ec5635d24fac" /><Relationship Type="http://schemas.openxmlformats.org/officeDocument/2006/relationships/notesSlide" Target="/ppt/notesSlides/notesSlide8.xml" Id="R3460c654359d41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75e5c97e64f6e" /><Relationship Type="http://schemas.openxmlformats.org/officeDocument/2006/relationships/notesSlide" Target="/ppt/notesSlides/notesSlide9.xml" Id="R281ab922db8c40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34d60de0b431e" /><Relationship Type="http://schemas.openxmlformats.org/officeDocument/2006/relationships/notesSlide" Target="/ppt/notesSlides/notesSlide10.xml" Id="R23f1b4e2738a45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8da367e964d7e" /><Relationship Type="http://schemas.openxmlformats.org/officeDocument/2006/relationships/notesSlide" Target="/ppt/notesSlides/notesSlide11.xml" Id="Rd0a079bc69434b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1B4A9-4373-4C92-A994-9A1E4655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FD8CB-0E7B-4283-A61F-6BB394D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DEVELOPMENT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A320F-ECFA-4A9D-8A55-9BF42AD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C8672-6A0A-4ABF-A3BF-8C9F672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4287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19D05-4EB9-49B5-8605-402270E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MEETING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D1BC7-9CA3-4827-8C69-0C9F9C8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9906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Showcase</a:t>
            </a:r>
          </a:p>
          <a:p xmlns:a="http://schemas.openxmlformats.org/drawingml/2006/main">
            <a:pPr algn="l">
              <a:defRPr sz="49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your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427BA-BE92-401F-8EB9-8C75130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019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28A77-5A66-449E-938F-AF2B4448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810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Build a portfolio and resume, then present the project story to a real 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0201F-BD92-4B1A-B554-D7E65B44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9592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C685A-EDED-464A-8CDC-7A4F575D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62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5EA16-AFAB-4235-B408-8042D9A8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54476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F299A-92C7-4F1C-A52E-346BA5E4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Sixty seconds is a real format.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F95EB-6793-451E-AB4D-EF3CFAA3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0524D-606C-472F-8BA1-55B1A3D4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EFBC6-D6E5-464C-9BA0-7BD4212A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B0965-A9E7-460C-98B6-2046557E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24F25-E46B-45E9-940A-26104643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6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FFDB9-FA32-4F5C-8968-6F0214B0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3C988-D4F0-4462-9236-CC2589C3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9672E-C204-406A-AF33-2F0D9592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410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An elevator pitch is a 30 to 60 second summary used to spark interest and open the door to a longer 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F7629-F505-4C7A-8897-BC42EF10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BEE48-A84E-4D8A-A61A-6C8E831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IT MATTERS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7C41E-4B65-422F-B4C0-DEBC56A5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1163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04EEA-CAEE-43B0-9625-C08BAC85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68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Entrepreneurs, salespeople, and job seekers all rehearse one. Venture capitalists judge startups on it. You will rehearse yours three times today.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EC51A-93B2-4BE0-AF17-9349573A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Elevator Pitch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FB63E-B347-4EA7-8F7D-6DB3E7DE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62360-BF07-4724-8F1F-3CF7F169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8919F-FA83-475B-A46B-2600FA72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63132-53DF-471E-8061-BC4D864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492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466A98-30F7-49B3-B6D0-FF812D32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List everything you made. You have forgotten half of 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4BA0-2420-4ACD-AD27-1BEDA368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B2047-B0FB-4823-AA45-2708D190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1 OF 5 · INVENTORY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E49A3-D58D-45E1-84BB-A4B52A3A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C8CE3-2F05-4603-AC52-B14B796B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608CD-7A19-41AE-960B-C127787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FA4C8-C5D5-4ABD-8C1A-80B59EB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EF255-4F32-4B37-93AD-DE4FC643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047D9-D0FC-400F-B4FE-51691E1F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D7D19-AEC7-4B09-A931-664FA46D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2D681-CB79-46CC-9A55-0B4FC8C9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down every piece of work from Meetings 1 through 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DEFEE-AB6D-4AEB-BFB6-E49A9BDF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32DD3-0862-4B18-B14D-545BE65F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4C948-8A61-4511-9586-97218C9C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Mark anything you cannot currently find.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4ABA5-EF4E-4FF6-A92B-644F8FEF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B0665-B83E-42E4-88C2-778C6B40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ECFEB-CEBC-40FA-8EDE-14D2420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Go get the missing ones now, not at the end.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3999C-828E-403A-8B18-44E533E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BEB8F-D24B-40CD-96F7-44B24B20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1ECDB-185E-4F97-A4CB-D8CD0B17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C3C05-A7BC-4F4B-9A62-AEA8F976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complete list of your own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069E7-2709-421F-BA62-3EDFB1B4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7ADA4-444A-4D61-946B-4AC978DF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Students are routinely surprised by how much is on this list.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FD438-6CC7-414A-8ADD-4391F316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Six meetings produced a sketch, five questions, a findings log, a paper, an ad, and a quiz.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9A240-80CF-4D71-BB74-03F65349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program structure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5D21C-3407-4A41-A665-FB1EBD7E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5597A3-8C89-4CF7-9E77-86EC32B2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2008D9-9C95-4B5C-8AB7-BAEB83F8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E4B68-A1E1-4AE7-B27D-FB7F21E5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1473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5E48E-E9E8-4712-90A1-7D382417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Build the portfolio in this order.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532B1-1AB5-4B57-8E38-5E6B5174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C7F13-4752-418F-A062-3C77A86F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2 OF 5 · ASSEMBLE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5983C-DFAF-4EE3-B8CB-AC2CF7CC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06C6C-9DA3-434F-8047-B53FD7B1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0643B-A7C2-43C0-8C4A-9F5DDE6E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9C844-8816-489A-9500-A1ED9C55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4421E-AB8D-4D34-AB11-A3560C8B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84238-2078-424D-9CE6-B054C66C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1AAFF-5364-4DAE-81DD-3350A005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E7042-990B-4DD4-A41E-CC8D56D1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business you chose and why, your five questions, and the one-page paper.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FE72A-02F0-4B56-B767-EB31D46A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AEA1C-4163-4FFA-B95C-57F4142E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F86EF-D357-44B6-9919-88441FCD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ad and the reasoning, then a link to your playable quiz.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F40B0-2D75-4856-A799-F8EEA3EC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12C27-607A-413B-A91D-EB762317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800B5-7755-4720-81BD-89DF47C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Your sources, with links and dates, at the end.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9D75D-F161-48BD-AE99-467723F9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1541C-24D5-45E6-BDF3-B024B2F0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0D240-173E-4C27-8D26-8360F37D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9F7EA-7236-4A61-8C4B-54FF4396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portfolio someone can follow without you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0D1A2-1090-48F1-ACC6-81287D6F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74E40-AECD-4D13-B900-0991B7AC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Order matters. A reader should never have to ask what this is.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2D14A-6CED-407D-ABC3-3FF0F7D0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sources list is not paperwork. It is the evidence the work is yours and that it is checkable. (Purdue OWL)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16842-7EC2-4B8F-B9FE-9AFA605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CA096A-896C-4906-8876-73C3FADD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2843BC-CADE-42FE-9F94-CBF1B652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01C5D-D3B0-4E7C-BC30-C6B29D95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39DDA-1F15-4B3B-97A6-3FF7759E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7176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DB03B-5C1A-43A6-9CA1-813ABC0C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three lines in the form skill, artifact, proof.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BA397-30E1-480E-AE53-37AC99A4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C3824-269C-4BE7-B8A5-579C88FF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3 OF 5 · RESUME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936BC-79F4-473A-9DAC-2456B085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94B82-5B2E-4CC2-B8AA-65AFC493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7A296-11E0-4271-AC32-B2AE0678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464E0-F14D-4CE7-AB8A-4D06ECF8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80CD8-AD1F-46C4-A670-0FC818C0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E2A45-EF32-4952-9C15-7C44EF37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D69CA-A57B-413A-83E0-E9E7BACC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72BD4-9BFD-4907-9E6B-5FC0888D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Research: name the sources you judged and used.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5C8D0-7D6C-4C7B-B9D1-AB0E845F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FC6C2-5C05-4522-9997-D412B48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D8FBA-A845-4AA1-815F-D507A555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Writing: name the paper and the claim it defends.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E7418-C27C-4A47-89D1-A913027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097FE-3DC6-4CE9-88BF-1C0D491B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9042C-B40B-44BA-A6D3-4667396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Building: name the app a stranger can play.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06970-5F4D-4FAF-91DC-47150C99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16C3A-438C-445B-B8A2-9C12D7CA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64B8E-790B-4B5F-92DF-A3A16CB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838B6-315F-44AD-8BEC-B06F9C98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Three resume lines with artifacts attached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F4C1F-2A94-4440-BA3B-F5AC0659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BEA2B-FF53-4860-BD6F-504E6984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skill with no artifact behind it is a wish. Cut those lines.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9D90E-C0D2-45A8-9B66-4C74CC1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Analytical thinking is the top core skill employers name, with creative thinking fourth. You have now done both. (World Economic Forum)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1EEBA-AD72-438C-8E4D-5EA9575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World Economic Forum, Future of Jobs Report 2025, Skills Outlook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77E456-CE3F-4B8B-8FA1-124DFE27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C413BC-0F8B-4249-9F7B-50C94601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6DC9A-6D84-476A-BDCD-5A456BF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A1801-AAE4-4091-B1FA-2A4092E8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2811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B54079-6ACD-46B3-9553-5BB25012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same skills, written two ways.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367C4-9226-40FE-AB31-DF9E85EE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AAB2A-385D-4DF7-BC19-3D5E972C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3 MATERIAL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39844-D832-4877-9096-7E737462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reader can check everything in the left column and nothing in the right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E28F2-0194-417C-85DE-863F3845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486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2C92B-5D9B-4582-AE3F-FD84673B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F764C-12B6-4B13-8A5E-E9533A5B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SPECIFIC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63BD7-F87B-4DB7-A332-2ACAA9D7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DBE36-9993-454B-8A6B-BAA9916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717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Researched a local bakery using five sources and logged each 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FB45A-B1AC-4015-ACE3-A5EF0AE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4AD88-FC28-49A5-8014-2E542A03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1472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Wrote a one-page analysis naming its location advantage.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94672-AB40-4865-9805-77FCAAE4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C9ECE-167A-4DBD-8A0C-3B689986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576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Built a playable eight-question quiz on retail pricing.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55650-1889-49D5-9679-EF38C626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61B5C-8CB7-4564-92EC-41886DAD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0062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Presented to the owner and revised on their feedback.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DB69C-47CC-428F-9480-9868FB0F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486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D3541-F513-46FC-A6E2-E0DF20D1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A3B06-E79F-4C8A-A50D-290199B3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VAGUE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6A9FF-0AD7-4757-82C3-5CE74098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58C5F-64B1-4AD8-B499-1B5712BE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717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Strong research skills.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7C029-833E-4DA7-BDD1-CDCA33B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3FA01-92B6-421E-B291-E4DF44F0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1472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Excellent written communication.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D5BEE-D6C1-4EAF-B1DE-8C485621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86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7FDF2-A7BC-4D7A-9E11-82E88644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576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Experience with technology.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59BE8-516A-406F-81C9-F85CF6E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8BA63-A6B5-46B1-825E-C6B38ABD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0062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Works well with others.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F915A-4020-406C-9A87-9463FCF9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AD2E65-F125-438B-A583-F462DEED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24698-C862-41B3-AC8A-BE31482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9632E-C994-4BEC-A018-4FB8F23B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2AF7D-7DD5-404A-902B-295E5663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1196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23498-7C50-4329-8456-176B6BB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the pitch to these four time blocks.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48833-BC0D-46C2-986F-DDB5A266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F84BA-7114-435D-9776-5724ACF2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4 OF 5 · DRAFT THE MINUTE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9C3D1-761B-4F1E-ACF0-ADE134BB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44C28-42B6-4304-AE40-6DA27668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BEA1E-668A-4609-AC9A-16337AF7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2034D-F0BD-472A-9A76-D4235ACC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31F3F-869E-4028-94DB-E21FCFF7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10399-F89A-4CAF-B79A-C228D944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F011F-A6CC-4815-9D9C-8162D2B6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689EB-F0B0-4D0D-8C5E-A9E303A5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0:00 to 0:10, the business and why you picked it. 0:10 to 0:30, your one claim.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B06A8-CDF3-49EE-BDB3-AD822571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BD602-19AE-4574-9D3A-482FB9B8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ED417-5875-4373-BCA5-8DF30421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0:30 to 0:45, the ad or the app and the choice behind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E2F6C-833D-4DF8-890A-A5A6D7AE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28264-71E3-4C8E-BAB8-68B2998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9E1C9-4E0D-4DD0-8A3F-AF0A0B47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0:45 to 0:60, what you would do next with more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99190-A842-4F6D-9D40-75111E15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60487-F2E3-4E08-B1D8-B89DB51E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630A1-CEE6-4CD6-A636-A428FD25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8B2B6-CC26-45BE-A116-E9472D8A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written sixty-second pitch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ACCD0-EBE0-43F3-AF13-6A32BBC5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72DD8-5BC2-4749-A95F-F69F5ABD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Write it out. Improvised pitches run to two minutes every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48A2A-BB4F-44C1-92FE-E600F534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An elevator pitch runs 30 to 60 seconds and is memorized and practised in advance.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52C3E-A222-4FB7-818D-78B9EFB6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Elevator Pitch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074F2-8F39-4CAC-8491-67947A9E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90077D-56B1-4C5A-9932-9C5430BA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10BA70-CA05-4A5F-B5E8-BC6944FF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755F2B-3DF9-4B78-A096-B4E1D2E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2901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8483DF-CAE0-43B9-A905-3A8322B7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Say it out loud three times before anyone important hears 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D5084-359A-4021-A5E7-BC537538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5605F-85A0-4205-ACD7-BF759956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5 OF 5 · REHEARSE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18C73-B26F-44F5-BB28-2A12F9DB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30AC4-275B-43C1-9CF1-FC194715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A3976-EB18-4BA9-84FA-21CFA811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AA865-664D-4FB0-8A1F-00234CF8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4F0F6-3CEF-4D3F-A081-C7A7343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7BDB7-58F1-4F40-BA0F-9F1949C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726D3-2BBD-418D-80C3-498EC36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446F3-B5E8-4F99-B414-B1591964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Read it to a partner with a timer running. Cut whatever pushed you over.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355B5-5BBF-4047-BD67-54B21A1A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6649A-4ABE-47D7-B032-17E4B58A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87C78-E587-46B6-BAD5-B0BD0990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Say it again without the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782E8-AA33-42DE-A619-737FF08D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4AA71-1661-48C3-B601-34197C4C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FDE64-D7BE-43D4-97BB-3E1C20E5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Third time, standing, no notes. That is the version you deliver.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52770-A6EB-4705-9C2B-39BAEC69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5EFD1-894C-4775-9C55-97DB652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99DED-900A-4345-9FA6-F00DF062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D656E-893E-4178-8DBB-AAE3DF38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pitch you can deliver without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0E997-5B64-43DC-A47C-6C447C19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F53BC-B7EA-4010-978C-FD928C17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Three rehearsals is the minimum. Most people need the third one.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979F8-FAF0-493B-8C4A-DC1BE30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pitch is a thing you practise, not a summary you improvise on the spot.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00539-3109-4689-B7DD-1C14A366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Elevator Pitch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BD9ED-5C3E-49E1-B81E-024C94A6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B15DB-50EE-4581-903B-2A5410D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205B1-E6A8-46A2-A9F3-2AA9E77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6BC9B-0181-41CB-BA95-6D170CFD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95901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AAC53-A2D7-4527-B801-91C2B4C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Present, then take real feedback.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C8D5F-3F21-4C9E-9F05-70463F3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81C89-1456-4046-9958-BBA7314D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SHOWCASE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23D97-116C-4E7C-83C0-612375A8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3122D-5E89-40EC-B779-7A95432C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80D09-4B33-4DBA-A9D9-DF6FB7CB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E15AB-4873-445B-9726-824BC0F6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75E66-7C75-4483-A912-5196E761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42A9A-C648-4926-A5CB-28450DD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45B5A-4551-49C8-9068-31D319ED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Deliver your sixty seconds without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F111B-B27A-4EAA-84E9-121B8F9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0CCA0-4339-4D39-BD64-5D11F7D9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0BB9A-4B50-439D-A846-B8CEE5FA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Take one question from the room or the business partner.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9E3F2-521C-49AE-BF6C-93CB3D17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2B6C0-3B9F-453D-B7B5-4563F6F9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BF863-D204-4B7C-AFD0-04E449F1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0527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down the single most useful thing you heard.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ECE97-9378-453B-B199-9D98FF6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EA1DD-6A7A-4136-922F-C3A1BD5E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4C711-DDAA-4AED-9FD3-2D361AC2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Name what you would change first.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A5A2B-3216-4470-A21F-5A995FCF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D8187-339A-4DF8-8616-FABB5172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8F489-302D-4F8E-A74D-D39C67CC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8003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1CF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60E43-4CED-4B9C-9E13-1D3AF138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305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Portfolio,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resume,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and pitch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3BC92-BED7-4511-A638-3CBBAF76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590E1-A79C-420E-93E6-C2E6C41C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910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Recognized by the partner businesses.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A528D-A275-4A31-AC1A-186590DF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5 showcase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C00B0-E7FC-4707-A4B9-DE92C86C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14E49-7D47-4376-87B1-21E6AF78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8E7228-DF81-4060-B6C8-62239D08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5EED3-6714-4E13-B29F-78B1117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2768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C4FB8-5F20-49D6-80CF-7092DBBB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You started with curiosity. You are leaving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B5141-E16E-4124-8BD9-989D60E6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559ED-F289-47D0-96EF-2CCB47DF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427DB-2E06-4C76-8E1E-F8F8DC23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44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5A463-23DC-447D-9247-195E5E84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1CF6C-9880-43E0-AAF0-BF24E955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4483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52182-F68A-4B83-92FC-DF7A2D22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E1E26-A807-4162-8242-9090655D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431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can you do now that you could not in Meeting 1?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C28CA-1E46-4BED-9B82-C0C0618B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E368A-44C8-479E-80B4-72021C41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052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deliverable are you proudest of?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C1107-8DBD-4A49-BC64-9FB7935C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26797-59FE-4605-89EC-8F8FD306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672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Where does this go next?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491F1-BB55-4F31-B5B5-43240720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A2F1D-72BE-4999-A2D1-0BB5B577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518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AC05E-96A4-4E2E-8AED-6413582C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4864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CDFFE-79AC-444E-B2CE-EACD2FB1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Post-program reflection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8A5FF-8574-4014-9D77-E5B4C7C7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468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500D4-E0A6-4D42-B038-E7333E27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4724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Retake the confidence survey from Meeting 1 and compare the two side by side.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5DB5E-E8AD-49A4-A7A0-AC5C3BB7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FABE3-3CBF-43A8-AE08-E0AFDF40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B07C9-F5DA-4F37-9048-322CAAE0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005D4-B73D-45D8-BCF0-81ED1BA3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070D5-FBCD-4793-9F5C-A5BF542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19267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7EAF16-A5DC-40DC-82FF-4ECF8740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4FAE6-61ED-42A4-866C-EA5EC978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4222A-84F6-4FA6-9F91-858FAD58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A5354-9996-45DD-AC3F-E054BEAB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76EE8-0279-4C2F-BD86-AEE347AE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7B27D-5CE9-4CE2-A07D-9A68C197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4639D-0727-4246-9AA2-F79180F3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7B41B-77A0-4B85-B5C2-13DA3B3B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Elevator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F445F-8ACD-4160-8348-47CB7CE5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investopedia.com/terms/e/elevatorpitch.asp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8E9D4-ED67-483F-A96E-845C935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48303-CF03-4E36-8507-A8FD86C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76DFE-3519-42A3-879C-FA38623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World Economic Forum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BB856-A79F-4296-B996-176A5F61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Future of Jobs Report 2025, Skills Outlook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3266C-26AC-4A13-A6D6-B64C5D2F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weforum.org/publications/the-future-of-jobs-report-2025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86E30-02E2-418B-A06C-818E6AB0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7A195-8FC7-4DBC-821D-1A7184A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C5CFA-FE83-4C39-A0B0-C9F9F5D2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Purdue OWL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57C50-8120-4AD6-843C-11B785F4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Evaluating Sources: General Guidelines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58602-F38E-4C7B-A975-E1E2163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owl.purdue.edu/owl/research_and_citation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68604-C6F1-4064-979A-F2121AA5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0268A-AA79-49F0-BC7A-4D8DD9A2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D4FF0-1E00-49A8-BE95-8022B6AB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2FD9CF-42AA-4B1B-B324-E1C7C3FF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Competitive Events Program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C410D-D413-4614-A018-74C7D4C8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814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deca.org/compete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AFD05-DE6C-4372-A1DA-3ECE11C0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92109-7426-4297-A953-6E95EA3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B6AD7-C359-4349-9923-0A34FC58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B963C-A2C7-4C39-8E12-85126F6E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4FC401-053A-40E9-8442-F050157C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0686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2026-09-25T01:32:08.8790000Z</dcterms:created>
  <dcterms:modified xsi:type="dcterms:W3CDTF">2026-09-25T01:32:08.8790000Z</dcterms:modified>
</coreProperties>
</file>